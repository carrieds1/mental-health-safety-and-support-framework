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varScale="1">
        <p:scale>
          <a:sx n="102" d="100"/>
          <a:sy n="102" d="100"/>
        </p:scale>
        <p:origin x="96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14D4C4-5BC0-4063-9F7F-22C8E65F60C7}"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E971D130-1C32-4493-ABF5-09BF73639CA8}">
      <dgm:prSet/>
      <dgm:spPr/>
      <dgm:t>
        <a:bodyPr/>
        <a:lstStyle/>
        <a:p>
          <a:r>
            <a:rPr lang="en-AU"/>
            <a:t>People who experience heightened distress are at increased risk of self-harm and suicide</a:t>
          </a:r>
          <a:endParaRPr lang="en-US"/>
        </a:p>
      </dgm:t>
    </dgm:pt>
    <dgm:pt modelId="{8E018E07-7AB9-48AC-AA31-96FFE9956796}" type="parTrans" cxnId="{92C5B04B-8423-4363-83AB-D38540E621E3}">
      <dgm:prSet/>
      <dgm:spPr/>
      <dgm:t>
        <a:bodyPr/>
        <a:lstStyle/>
        <a:p>
          <a:endParaRPr lang="en-US"/>
        </a:p>
      </dgm:t>
    </dgm:pt>
    <dgm:pt modelId="{D451C679-540D-4829-AAF6-C250E94DBC93}" type="sibTrans" cxnId="{92C5B04B-8423-4363-83AB-D38540E621E3}">
      <dgm:prSet/>
      <dgm:spPr/>
      <dgm:t>
        <a:bodyPr/>
        <a:lstStyle/>
        <a:p>
          <a:endParaRPr lang="en-US"/>
        </a:p>
      </dgm:t>
    </dgm:pt>
    <dgm:pt modelId="{AE88B985-1F11-4221-97EE-355DB5AD97AB}">
      <dgm:prSet/>
      <dgm:spPr/>
      <dgm:t>
        <a:bodyPr/>
        <a:lstStyle/>
        <a:p>
          <a:r>
            <a:rPr lang="en-AU" dirty="0"/>
            <a:t>Chronic medical illnesses are also associated with increased suicide risk/self harm (</a:t>
          </a:r>
          <a:r>
            <a:rPr lang="en-AU" dirty="0" err="1"/>
            <a:t>eg</a:t>
          </a:r>
          <a:r>
            <a:rPr lang="en-AU" dirty="0"/>
            <a:t> diabetes) </a:t>
          </a:r>
          <a:endParaRPr lang="en-US" dirty="0"/>
        </a:p>
      </dgm:t>
    </dgm:pt>
    <dgm:pt modelId="{B6A91229-01F9-45B2-9147-D6279D2DD5D0}" type="parTrans" cxnId="{F8E1168D-7980-4AB2-B597-FC614D4C89FE}">
      <dgm:prSet/>
      <dgm:spPr/>
      <dgm:t>
        <a:bodyPr/>
        <a:lstStyle/>
        <a:p>
          <a:endParaRPr lang="en-US"/>
        </a:p>
      </dgm:t>
    </dgm:pt>
    <dgm:pt modelId="{62A820FE-3584-4C45-BFB6-20ACB4A1A682}" type="sibTrans" cxnId="{F8E1168D-7980-4AB2-B597-FC614D4C89FE}">
      <dgm:prSet/>
      <dgm:spPr/>
      <dgm:t>
        <a:bodyPr/>
        <a:lstStyle/>
        <a:p>
          <a:endParaRPr lang="en-US"/>
        </a:p>
      </dgm:t>
    </dgm:pt>
    <dgm:pt modelId="{B423E1BD-504A-49C4-826B-FE3352286474}">
      <dgm:prSet/>
      <dgm:spPr/>
      <dgm:t>
        <a:bodyPr/>
        <a:lstStyle/>
        <a:p>
          <a:r>
            <a:rPr lang="en-AU" dirty="0"/>
            <a:t>Environmental &amp; behavioural factors can increase suicide risk (isolation, recent loss, lack of social support, impulsivity, unstable lifestyle)</a:t>
          </a:r>
          <a:endParaRPr lang="en-US" dirty="0"/>
        </a:p>
      </dgm:t>
    </dgm:pt>
    <dgm:pt modelId="{B1FB9981-3382-47AA-94CA-17D97F56305A}" type="parTrans" cxnId="{16E89BE8-5D5F-4CC2-B9D8-47B00A2D07BE}">
      <dgm:prSet/>
      <dgm:spPr/>
      <dgm:t>
        <a:bodyPr/>
        <a:lstStyle/>
        <a:p>
          <a:endParaRPr lang="en-US"/>
        </a:p>
      </dgm:t>
    </dgm:pt>
    <dgm:pt modelId="{1B0316BA-EDD5-45B8-A283-2A0A19C783BC}" type="sibTrans" cxnId="{16E89BE8-5D5F-4CC2-B9D8-47B00A2D07BE}">
      <dgm:prSet/>
      <dgm:spPr/>
      <dgm:t>
        <a:bodyPr/>
        <a:lstStyle/>
        <a:p>
          <a:endParaRPr lang="en-US"/>
        </a:p>
      </dgm:t>
    </dgm:pt>
    <dgm:pt modelId="{B23960DE-DC10-4C2F-A8C8-8FA39B407C49}" type="pres">
      <dgm:prSet presAssocID="{7A14D4C4-5BC0-4063-9F7F-22C8E65F60C7}" presName="linear" presStyleCnt="0">
        <dgm:presLayoutVars>
          <dgm:animLvl val="lvl"/>
          <dgm:resizeHandles val="exact"/>
        </dgm:presLayoutVars>
      </dgm:prSet>
      <dgm:spPr/>
    </dgm:pt>
    <dgm:pt modelId="{43DA0FEC-3EE0-40DD-952D-831A8DF937AD}" type="pres">
      <dgm:prSet presAssocID="{E971D130-1C32-4493-ABF5-09BF73639CA8}" presName="parentText" presStyleLbl="node1" presStyleIdx="0" presStyleCnt="3">
        <dgm:presLayoutVars>
          <dgm:chMax val="0"/>
          <dgm:bulletEnabled val="1"/>
        </dgm:presLayoutVars>
      </dgm:prSet>
      <dgm:spPr/>
    </dgm:pt>
    <dgm:pt modelId="{F47EEEFE-C965-4A75-9266-1AAA8AABE01A}" type="pres">
      <dgm:prSet presAssocID="{D451C679-540D-4829-AAF6-C250E94DBC93}" presName="spacer" presStyleCnt="0"/>
      <dgm:spPr/>
    </dgm:pt>
    <dgm:pt modelId="{2D265435-AE85-4F32-A429-BF7D52E3E959}" type="pres">
      <dgm:prSet presAssocID="{AE88B985-1F11-4221-97EE-355DB5AD97AB}" presName="parentText" presStyleLbl="node1" presStyleIdx="1" presStyleCnt="3">
        <dgm:presLayoutVars>
          <dgm:chMax val="0"/>
          <dgm:bulletEnabled val="1"/>
        </dgm:presLayoutVars>
      </dgm:prSet>
      <dgm:spPr/>
    </dgm:pt>
    <dgm:pt modelId="{D51DF65A-449D-4AA9-8F56-DA97A835DC4B}" type="pres">
      <dgm:prSet presAssocID="{62A820FE-3584-4C45-BFB6-20ACB4A1A682}" presName="spacer" presStyleCnt="0"/>
      <dgm:spPr/>
    </dgm:pt>
    <dgm:pt modelId="{FC44FD9C-2962-4492-AAE3-398C0A9CBFEB}" type="pres">
      <dgm:prSet presAssocID="{B423E1BD-504A-49C4-826B-FE3352286474}" presName="parentText" presStyleLbl="node1" presStyleIdx="2" presStyleCnt="3">
        <dgm:presLayoutVars>
          <dgm:chMax val="0"/>
          <dgm:bulletEnabled val="1"/>
        </dgm:presLayoutVars>
      </dgm:prSet>
      <dgm:spPr/>
    </dgm:pt>
  </dgm:ptLst>
  <dgm:cxnLst>
    <dgm:cxn modelId="{B8879E17-1961-4235-B6C9-FCEACBE4C59B}" type="presOf" srcId="{E971D130-1C32-4493-ABF5-09BF73639CA8}" destId="{43DA0FEC-3EE0-40DD-952D-831A8DF937AD}" srcOrd="0" destOrd="0" presId="urn:microsoft.com/office/officeart/2005/8/layout/vList2"/>
    <dgm:cxn modelId="{92C5B04B-8423-4363-83AB-D38540E621E3}" srcId="{7A14D4C4-5BC0-4063-9F7F-22C8E65F60C7}" destId="{E971D130-1C32-4493-ABF5-09BF73639CA8}" srcOrd="0" destOrd="0" parTransId="{8E018E07-7AB9-48AC-AA31-96FFE9956796}" sibTransId="{D451C679-540D-4829-AAF6-C250E94DBC93}"/>
    <dgm:cxn modelId="{F8E1168D-7980-4AB2-B597-FC614D4C89FE}" srcId="{7A14D4C4-5BC0-4063-9F7F-22C8E65F60C7}" destId="{AE88B985-1F11-4221-97EE-355DB5AD97AB}" srcOrd="1" destOrd="0" parTransId="{B6A91229-01F9-45B2-9147-D6279D2DD5D0}" sibTransId="{62A820FE-3584-4C45-BFB6-20ACB4A1A682}"/>
    <dgm:cxn modelId="{91B7F0B9-C312-47AA-96D6-A72E6F3535DE}" type="presOf" srcId="{7A14D4C4-5BC0-4063-9F7F-22C8E65F60C7}" destId="{B23960DE-DC10-4C2F-A8C8-8FA39B407C49}" srcOrd="0" destOrd="0" presId="urn:microsoft.com/office/officeart/2005/8/layout/vList2"/>
    <dgm:cxn modelId="{EDA379C6-FF59-4D98-882F-389CE1EFA0A0}" type="presOf" srcId="{B423E1BD-504A-49C4-826B-FE3352286474}" destId="{FC44FD9C-2962-4492-AAE3-398C0A9CBFEB}" srcOrd="0" destOrd="0" presId="urn:microsoft.com/office/officeart/2005/8/layout/vList2"/>
    <dgm:cxn modelId="{16E89BE8-5D5F-4CC2-B9D8-47B00A2D07BE}" srcId="{7A14D4C4-5BC0-4063-9F7F-22C8E65F60C7}" destId="{B423E1BD-504A-49C4-826B-FE3352286474}" srcOrd="2" destOrd="0" parTransId="{B1FB9981-3382-47AA-94CA-17D97F56305A}" sibTransId="{1B0316BA-EDD5-45B8-A283-2A0A19C783BC}"/>
    <dgm:cxn modelId="{B73A3CFD-641E-4388-A001-9A7AFA5E2C9A}" type="presOf" srcId="{AE88B985-1F11-4221-97EE-355DB5AD97AB}" destId="{2D265435-AE85-4F32-A429-BF7D52E3E959}" srcOrd="0" destOrd="0" presId="urn:microsoft.com/office/officeart/2005/8/layout/vList2"/>
    <dgm:cxn modelId="{B46A98F5-2799-4545-BAAC-BFC776383422}" type="presParOf" srcId="{B23960DE-DC10-4C2F-A8C8-8FA39B407C49}" destId="{43DA0FEC-3EE0-40DD-952D-831A8DF937AD}" srcOrd="0" destOrd="0" presId="urn:microsoft.com/office/officeart/2005/8/layout/vList2"/>
    <dgm:cxn modelId="{779B3602-84FF-4AF6-95FE-D166CD25995F}" type="presParOf" srcId="{B23960DE-DC10-4C2F-A8C8-8FA39B407C49}" destId="{F47EEEFE-C965-4A75-9266-1AAA8AABE01A}" srcOrd="1" destOrd="0" presId="urn:microsoft.com/office/officeart/2005/8/layout/vList2"/>
    <dgm:cxn modelId="{50ACA644-7409-4A5F-A43D-A4DC7E86ABF8}" type="presParOf" srcId="{B23960DE-DC10-4C2F-A8C8-8FA39B407C49}" destId="{2D265435-AE85-4F32-A429-BF7D52E3E959}" srcOrd="2" destOrd="0" presId="urn:microsoft.com/office/officeart/2005/8/layout/vList2"/>
    <dgm:cxn modelId="{4141E9C6-84EE-4F4A-9E02-1B7FF16D326B}" type="presParOf" srcId="{B23960DE-DC10-4C2F-A8C8-8FA39B407C49}" destId="{D51DF65A-449D-4AA9-8F56-DA97A835DC4B}" srcOrd="3" destOrd="0" presId="urn:microsoft.com/office/officeart/2005/8/layout/vList2"/>
    <dgm:cxn modelId="{0E04DBEA-BB06-49B8-AEDE-79ED4421DB42}" type="presParOf" srcId="{B23960DE-DC10-4C2F-A8C8-8FA39B407C49}" destId="{FC44FD9C-2962-4492-AAE3-398C0A9CBFE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AE1355-D675-446B-A042-5914586E8A78}" type="doc">
      <dgm:prSet loTypeId="urn:microsoft.com/office/officeart/2005/8/layout/default" loCatId="list" qsTypeId="urn:microsoft.com/office/officeart/2005/8/quickstyle/simple5" qsCatId="simple" csTypeId="urn:microsoft.com/office/officeart/2005/8/colors/colorful2" csCatId="colorful"/>
      <dgm:spPr/>
      <dgm:t>
        <a:bodyPr/>
        <a:lstStyle/>
        <a:p>
          <a:endParaRPr lang="en-US"/>
        </a:p>
      </dgm:t>
    </dgm:pt>
    <dgm:pt modelId="{C41170D2-DEA3-4EB0-9F79-4B19A21A18E5}">
      <dgm:prSet/>
      <dgm:spPr/>
      <dgm:t>
        <a:bodyPr/>
        <a:lstStyle/>
        <a:p>
          <a:r>
            <a:rPr lang="en-AU"/>
            <a:t>Hopelessness, despair, guilt, no future of value</a:t>
          </a:r>
          <a:endParaRPr lang="en-US"/>
        </a:p>
      </dgm:t>
    </dgm:pt>
    <dgm:pt modelId="{F632B889-136C-4787-8D00-E607F037D58E}" type="parTrans" cxnId="{10FCDA18-BE67-469D-B5BF-5F446BFE1029}">
      <dgm:prSet/>
      <dgm:spPr/>
      <dgm:t>
        <a:bodyPr/>
        <a:lstStyle/>
        <a:p>
          <a:endParaRPr lang="en-US"/>
        </a:p>
      </dgm:t>
    </dgm:pt>
    <dgm:pt modelId="{2753C2B4-09E5-4687-8400-7D1CF3D56945}" type="sibTrans" cxnId="{10FCDA18-BE67-469D-B5BF-5F446BFE1029}">
      <dgm:prSet/>
      <dgm:spPr/>
      <dgm:t>
        <a:bodyPr/>
        <a:lstStyle/>
        <a:p>
          <a:endParaRPr lang="en-US"/>
        </a:p>
      </dgm:t>
    </dgm:pt>
    <dgm:pt modelId="{AFAE1748-4D7E-4F18-A315-C0B0442040B0}">
      <dgm:prSet/>
      <dgm:spPr/>
      <dgm:t>
        <a:bodyPr/>
        <a:lstStyle/>
        <a:p>
          <a:r>
            <a:rPr lang="en-AU"/>
            <a:t>absence of sufficient coping mechanisms</a:t>
          </a:r>
          <a:endParaRPr lang="en-US"/>
        </a:p>
      </dgm:t>
    </dgm:pt>
    <dgm:pt modelId="{E6787236-07D6-4BCA-AF9A-5926572734F8}" type="parTrans" cxnId="{FF01521F-3CCA-4F5C-85B1-3026A545A075}">
      <dgm:prSet/>
      <dgm:spPr/>
      <dgm:t>
        <a:bodyPr/>
        <a:lstStyle/>
        <a:p>
          <a:endParaRPr lang="en-US"/>
        </a:p>
      </dgm:t>
    </dgm:pt>
    <dgm:pt modelId="{5D3F1527-F247-47B1-9C51-F452D39176B8}" type="sibTrans" cxnId="{FF01521F-3CCA-4F5C-85B1-3026A545A075}">
      <dgm:prSet/>
      <dgm:spPr/>
      <dgm:t>
        <a:bodyPr/>
        <a:lstStyle/>
        <a:p>
          <a:endParaRPr lang="en-US"/>
        </a:p>
      </dgm:t>
    </dgm:pt>
    <dgm:pt modelId="{4B7FEAEE-903C-4700-88E5-E923E2688B36}">
      <dgm:prSet/>
      <dgm:spPr/>
      <dgm:t>
        <a:bodyPr/>
        <a:lstStyle/>
        <a:p>
          <a:r>
            <a:rPr lang="en-AU"/>
            <a:t>Situational crisis</a:t>
          </a:r>
          <a:endParaRPr lang="en-US"/>
        </a:p>
      </dgm:t>
    </dgm:pt>
    <dgm:pt modelId="{C60F28B6-9296-4C34-B0C9-F1643DDA16CB}" type="parTrans" cxnId="{95C789EE-E50E-44CC-9382-7B155ED8819E}">
      <dgm:prSet/>
      <dgm:spPr/>
      <dgm:t>
        <a:bodyPr/>
        <a:lstStyle/>
        <a:p>
          <a:endParaRPr lang="en-US"/>
        </a:p>
      </dgm:t>
    </dgm:pt>
    <dgm:pt modelId="{10CE4CB5-3129-4208-8458-A58A38BBBA3E}" type="sibTrans" cxnId="{95C789EE-E50E-44CC-9382-7B155ED8819E}">
      <dgm:prSet/>
      <dgm:spPr/>
      <dgm:t>
        <a:bodyPr/>
        <a:lstStyle/>
        <a:p>
          <a:endParaRPr lang="en-US"/>
        </a:p>
      </dgm:t>
    </dgm:pt>
    <dgm:pt modelId="{4C053F0E-7697-498B-960D-951576AB289B}">
      <dgm:prSet/>
      <dgm:spPr/>
      <dgm:t>
        <a:bodyPr/>
        <a:lstStyle/>
        <a:p>
          <a:r>
            <a:rPr lang="en-AU"/>
            <a:t>Alleviation, relief</a:t>
          </a:r>
          <a:endParaRPr lang="en-US"/>
        </a:p>
      </dgm:t>
    </dgm:pt>
    <dgm:pt modelId="{F40AA357-7107-424A-99FD-D75A4D480948}" type="parTrans" cxnId="{7012371F-C11F-4B7A-A582-26F45B3C52D2}">
      <dgm:prSet/>
      <dgm:spPr/>
      <dgm:t>
        <a:bodyPr/>
        <a:lstStyle/>
        <a:p>
          <a:endParaRPr lang="en-US"/>
        </a:p>
      </dgm:t>
    </dgm:pt>
    <dgm:pt modelId="{C1E842A1-EA77-49B8-B8F4-85C630E55453}" type="sibTrans" cxnId="{7012371F-C11F-4B7A-A582-26F45B3C52D2}">
      <dgm:prSet/>
      <dgm:spPr/>
      <dgm:t>
        <a:bodyPr/>
        <a:lstStyle/>
        <a:p>
          <a:endParaRPr lang="en-US"/>
        </a:p>
      </dgm:t>
    </dgm:pt>
    <dgm:pt modelId="{CF17C247-7F5D-4A6A-8E13-6BD696A4220F}">
      <dgm:prSet/>
      <dgm:spPr/>
      <dgm:t>
        <a:bodyPr/>
        <a:lstStyle/>
        <a:p>
          <a:r>
            <a:rPr lang="en-AU"/>
            <a:t>Numbing of extreme distress or psychological/emotional pain. </a:t>
          </a:r>
          <a:endParaRPr lang="en-US"/>
        </a:p>
      </dgm:t>
    </dgm:pt>
    <dgm:pt modelId="{1464B4DF-F3CE-450A-98CB-B91B20D3BF9D}" type="parTrans" cxnId="{9D52AA4B-2EA2-47A7-B3FB-100F695210DE}">
      <dgm:prSet/>
      <dgm:spPr/>
      <dgm:t>
        <a:bodyPr/>
        <a:lstStyle/>
        <a:p>
          <a:endParaRPr lang="en-US"/>
        </a:p>
      </dgm:t>
    </dgm:pt>
    <dgm:pt modelId="{C5344F4A-AA5A-47D2-8EED-B86529FF33AC}" type="sibTrans" cxnId="{9D52AA4B-2EA2-47A7-B3FB-100F695210DE}">
      <dgm:prSet/>
      <dgm:spPr/>
      <dgm:t>
        <a:bodyPr/>
        <a:lstStyle/>
        <a:p>
          <a:endParaRPr lang="en-US"/>
        </a:p>
      </dgm:t>
    </dgm:pt>
    <dgm:pt modelId="{0E61D052-3A21-49C1-A56D-A51EB9067BDF}">
      <dgm:prSet/>
      <dgm:spPr/>
      <dgm:t>
        <a:bodyPr/>
        <a:lstStyle/>
        <a:p>
          <a:r>
            <a:rPr lang="en-AU"/>
            <a:t>Try to control difficult &amp; overwhelming feelings</a:t>
          </a:r>
          <a:endParaRPr lang="en-US"/>
        </a:p>
      </dgm:t>
    </dgm:pt>
    <dgm:pt modelId="{AFB4697F-5696-4533-938C-A8031AFCCDC4}" type="parTrans" cxnId="{84A6828D-6838-4477-833C-692F7AFC4BB6}">
      <dgm:prSet/>
      <dgm:spPr/>
      <dgm:t>
        <a:bodyPr/>
        <a:lstStyle/>
        <a:p>
          <a:endParaRPr lang="en-US"/>
        </a:p>
      </dgm:t>
    </dgm:pt>
    <dgm:pt modelId="{FA3B4D66-554A-4EFC-A406-782ACECC47FD}" type="sibTrans" cxnId="{84A6828D-6838-4477-833C-692F7AFC4BB6}">
      <dgm:prSet/>
      <dgm:spPr/>
      <dgm:t>
        <a:bodyPr/>
        <a:lstStyle/>
        <a:p>
          <a:endParaRPr lang="en-US"/>
        </a:p>
      </dgm:t>
    </dgm:pt>
    <dgm:pt modelId="{95E60D45-5EE3-4AE5-83A6-6FC8D944E8C0}">
      <dgm:prSet/>
      <dgm:spPr/>
      <dgm:t>
        <a:bodyPr/>
        <a:lstStyle/>
        <a:p>
          <a:r>
            <a:rPr lang="en-AU"/>
            <a:t>May be used to express anger, to feel ‘something’ or communicate a need for help</a:t>
          </a:r>
          <a:endParaRPr lang="en-US"/>
        </a:p>
      </dgm:t>
    </dgm:pt>
    <dgm:pt modelId="{563287DC-09E9-4FCA-B378-276AC289DA77}" type="parTrans" cxnId="{77A08543-15C8-42EC-B900-1DF07ABB6397}">
      <dgm:prSet/>
      <dgm:spPr/>
      <dgm:t>
        <a:bodyPr/>
        <a:lstStyle/>
        <a:p>
          <a:endParaRPr lang="en-US"/>
        </a:p>
      </dgm:t>
    </dgm:pt>
    <dgm:pt modelId="{F3B9B30D-2A62-4A0F-A7A8-0B95D56D74D4}" type="sibTrans" cxnId="{77A08543-15C8-42EC-B900-1DF07ABB6397}">
      <dgm:prSet/>
      <dgm:spPr/>
      <dgm:t>
        <a:bodyPr/>
        <a:lstStyle/>
        <a:p>
          <a:endParaRPr lang="en-US"/>
        </a:p>
      </dgm:t>
    </dgm:pt>
    <dgm:pt modelId="{685DE522-86E9-405A-83C1-11CD3ECEE2B4}">
      <dgm:prSet/>
      <dgm:spPr/>
      <dgm:t>
        <a:bodyPr/>
        <a:lstStyle/>
        <a:p>
          <a:r>
            <a:rPr lang="en-AU"/>
            <a:t>Feeling isolated</a:t>
          </a:r>
          <a:endParaRPr lang="en-US"/>
        </a:p>
      </dgm:t>
    </dgm:pt>
    <dgm:pt modelId="{EDAF0B4A-4FE0-4434-9EF1-1500FCB57284}" type="parTrans" cxnId="{DCD1DA1E-E9DF-423D-BB76-5B8B514A59E7}">
      <dgm:prSet/>
      <dgm:spPr/>
      <dgm:t>
        <a:bodyPr/>
        <a:lstStyle/>
        <a:p>
          <a:endParaRPr lang="en-US"/>
        </a:p>
      </dgm:t>
    </dgm:pt>
    <dgm:pt modelId="{8B36AC08-1771-46C0-9478-7A39CCB05F87}" type="sibTrans" cxnId="{DCD1DA1E-E9DF-423D-BB76-5B8B514A59E7}">
      <dgm:prSet/>
      <dgm:spPr/>
      <dgm:t>
        <a:bodyPr/>
        <a:lstStyle/>
        <a:p>
          <a:endParaRPr lang="en-US"/>
        </a:p>
      </dgm:t>
    </dgm:pt>
    <dgm:pt modelId="{E7238558-D72B-4ED9-986C-DE106927A3C6}">
      <dgm:prSet/>
      <dgm:spPr/>
      <dgm:t>
        <a:bodyPr/>
        <a:lstStyle/>
        <a:p>
          <a:r>
            <a:rPr lang="en-AU"/>
            <a:t>Being bullied</a:t>
          </a:r>
          <a:endParaRPr lang="en-US"/>
        </a:p>
      </dgm:t>
    </dgm:pt>
    <dgm:pt modelId="{170C791C-F1F4-480A-B54E-3ECCDFC65285}" type="parTrans" cxnId="{6C7E5150-263A-47C5-9D4D-9FDED1C50222}">
      <dgm:prSet/>
      <dgm:spPr/>
      <dgm:t>
        <a:bodyPr/>
        <a:lstStyle/>
        <a:p>
          <a:endParaRPr lang="en-US"/>
        </a:p>
      </dgm:t>
    </dgm:pt>
    <dgm:pt modelId="{7A2C74BD-CF8A-476B-B7FE-C23161D0F2CB}" type="sibTrans" cxnId="{6C7E5150-263A-47C5-9D4D-9FDED1C50222}">
      <dgm:prSet/>
      <dgm:spPr/>
      <dgm:t>
        <a:bodyPr/>
        <a:lstStyle/>
        <a:p>
          <a:endParaRPr lang="en-US"/>
        </a:p>
      </dgm:t>
    </dgm:pt>
    <dgm:pt modelId="{4C9E144F-1613-4DF3-8DE3-5DF7BA04B610}">
      <dgm:prSet/>
      <dgm:spPr/>
      <dgm:t>
        <a:bodyPr/>
        <a:lstStyle/>
        <a:p>
          <a:r>
            <a:rPr lang="en-AU"/>
            <a:t>Current or past physical, sexual or emotional abuse/neglect</a:t>
          </a:r>
          <a:endParaRPr lang="en-US"/>
        </a:p>
      </dgm:t>
    </dgm:pt>
    <dgm:pt modelId="{6262217E-30F0-49B3-919C-5144CA455DE3}" type="parTrans" cxnId="{BC7F2CD4-5A8B-431F-A78B-52BAB3841C4A}">
      <dgm:prSet/>
      <dgm:spPr/>
      <dgm:t>
        <a:bodyPr/>
        <a:lstStyle/>
        <a:p>
          <a:endParaRPr lang="en-US"/>
        </a:p>
      </dgm:t>
    </dgm:pt>
    <dgm:pt modelId="{BBF3929C-C775-4510-B629-F738FFB4852A}" type="sibTrans" cxnId="{BC7F2CD4-5A8B-431F-A78B-52BAB3841C4A}">
      <dgm:prSet/>
      <dgm:spPr/>
      <dgm:t>
        <a:bodyPr/>
        <a:lstStyle/>
        <a:p>
          <a:endParaRPr lang="en-US"/>
        </a:p>
      </dgm:t>
    </dgm:pt>
    <dgm:pt modelId="{FE7F3FFE-3E23-4E67-99BD-9DFB1A987F9D}">
      <dgm:prSet/>
      <dgm:spPr/>
      <dgm:t>
        <a:bodyPr/>
        <a:lstStyle/>
        <a:p>
          <a:r>
            <a:rPr lang="en-AU"/>
            <a:t>Difficulty getting along with family members/friends</a:t>
          </a:r>
          <a:endParaRPr lang="en-US"/>
        </a:p>
      </dgm:t>
    </dgm:pt>
    <dgm:pt modelId="{D876C123-AC91-4DC0-B571-040861AAB8CD}" type="parTrans" cxnId="{3AF39347-8323-44AF-B094-3652068EF5E1}">
      <dgm:prSet/>
      <dgm:spPr/>
      <dgm:t>
        <a:bodyPr/>
        <a:lstStyle/>
        <a:p>
          <a:endParaRPr lang="en-US"/>
        </a:p>
      </dgm:t>
    </dgm:pt>
    <dgm:pt modelId="{8A1F7DA8-C380-4CF5-9DCF-1D673B7353E1}" type="sibTrans" cxnId="{3AF39347-8323-44AF-B094-3652068EF5E1}">
      <dgm:prSet/>
      <dgm:spPr/>
      <dgm:t>
        <a:bodyPr/>
        <a:lstStyle/>
        <a:p>
          <a:endParaRPr lang="en-US"/>
        </a:p>
      </dgm:t>
    </dgm:pt>
    <dgm:pt modelId="{05EA7981-F5C2-400B-BE07-A2D7A630613D}">
      <dgm:prSet/>
      <dgm:spPr/>
      <dgm:t>
        <a:bodyPr/>
        <a:lstStyle/>
        <a:p>
          <a:r>
            <a:rPr lang="en-AU"/>
            <a:t>Relationship breakup</a:t>
          </a:r>
          <a:endParaRPr lang="en-US"/>
        </a:p>
      </dgm:t>
    </dgm:pt>
    <dgm:pt modelId="{CF4C6A24-54D5-41CB-AD9C-F5CD37679014}" type="parTrans" cxnId="{CE282DF4-72C4-4406-AB9A-FFD35464E31D}">
      <dgm:prSet/>
      <dgm:spPr/>
      <dgm:t>
        <a:bodyPr/>
        <a:lstStyle/>
        <a:p>
          <a:endParaRPr lang="en-US"/>
        </a:p>
      </dgm:t>
    </dgm:pt>
    <dgm:pt modelId="{E5097338-2AAD-4807-A057-D02518F0CF26}" type="sibTrans" cxnId="{CE282DF4-72C4-4406-AB9A-FFD35464E31D}">
      <dgm:prSet/>
      <dgm:spPr/>
      <dgm:t>
        <a:bodyPr/>
        <a:lstStyle/>
        <a:p>
          <a:endParaRPr lang="en-US"/>
        </a:p>
      </dgm:t>
    </dgm:pt>
    <dgm:pt modelId="{DBE1F919-6A13-4AAF-B8FD-146FB8DF1A05}">
      <dgm:prSet/>
      <dgm:spPr/>
      <dgm:t>
        <a:bodyPr/>
        <a:lstStyle/>
        <a:p>
          <a:r>
            <a:rPr lang="en-AU"/>
            <a:t>Loss of someone close</a:t>
          </a:r>
          <a:endParaRPr lang="en-US"/>
        </a:p>
      </dgm:t>
    </dgm:pt>
    <dgm:pt modelId="{D7FD4A6E-ADCE-4E7F-8CFF-7E579BE3AA3F}" type="parTrans" cxnId="{1B8DB6E7-AF45-4BD3-838B-0263065E9BCF}">
      <dgm:prSet/>
      <dgm:spPr/>
      <dgm:t>
        <a:bodyPr/>
        <a:lstStyle/>
        <a:p>
          <a:endParaRPr lang="en-US"/>
        </a:p>
      </dgm:t>
    </dgm:pt>
    <dgm:pt modelId="{D426F845-D05D-4BA2-9689-4D918265791F}" type="sibTrans" cxnId="{1B8DB6E7-AF45-4BD3-838B-0263065E9BCF}">
      <dgm:prSet/>
      <dgm:spPr/>
      <dgm:t>
        <a:bodyPr/>
        <a:lstStyle/>
        <a:p>
          <a:endParaRPr lang="en-US"/>
        </a:p>
      </dgm:t>
    </dgm:pt>
    <dgm:pt modelId="{6DD1B339-9BA2-4958-888B-D98C63B9A92B}" type="pres">
      <dgm:prSet presAssocID="{D3AE1355-D675-446B-A042-5914586E8A78}" presName="diagram" presStyleCnt="0">
        <dgm:presLayoutVars>
          <dgm:dir/>
          <dgm:resizeHandles val="exact"/>
        </dgm:presLayoutVars>
      </dgm:prSet>
      <dgm:spPr/>
    </dgm:pt>
    <dgm:pt modelId="{ADAB87B4-1D33-4295-8E6B-B2E6BCF7800F}" type="pres">
      <dgm:prSet presAssocID="{C41170D2-DEA3-4EB0-9F79-4B19A21A18E5}" presName="node" presStyleLbl="node1" presStyleIdx="0" presStyleCnt="13">
        <dgm:presLayoutVars>
          <dgm:bulletEnabled val="1"/>
        </dgm:presLayoutVars>
      </dgm:prSet>
      <dgm:spPr/>
    </dgm:pt>
    <dgm:pt modelId="{A97D0E04-8E26-4B76-AF3E-73B0C776EB8D}" type="pres">
      <dgm:prSet presAssocID="{2753C2B4-09E5-4687-8400-7D1CF3D56945}" presName="sibTrans" presStyleCnt="0"/>
      <dgm:spPr/>
    </dgm:pt>
    <dgm:pt modelId="{D0A8A6C3-F4E8-482A-BBDA-B679289CCD6C}" type="pres">
      <dgm:prSet presAssocID="{AFAE1748-4D7E-4F18-A315-C0B0442040B0}" presName="node" presStyleLbl="node1" presStyleIdx="1" presStyleCnt="13">
        <dgm:presLayoutVars>
          <dgm:bulletEnabled val="1"/>
        </dgm:presLayoutVars>
      </dgm:prSet>
      <dgm:spPr/>
    </dgm:pt>
    <dgm:pt modelId="{D39B5622-ED9D-4B41-B8B2-2791306743D1}" type="pres">
      <dgm:prSet presAssocID="{5D3F1527-F247-47B1-9C51-F452D39176B8}" presName="sibTrans" presStyleCnt="0"/>
      <dgm:spPr/>
    </dgm:pt>
    <dgm:pt modelId="{AE35B8FB-212E-4A59-AD93-81591CF0FD97}" type="pres">
      <dgm:prSet presAssocID="{4B7FEAEE-903C-4700-88E5-E923E2688B36}" presName="node" presStyleLbl="node1" presStyleIdx="2" presStyleCnt="13">
        <dgm:presLayoutVars>
          <dgm:bulletEnabled val="1"/>
        </dgm:presLayoutVars>
      </dgm:prSet>
      <dgm:spPr/>
    </dgm:pt>
    <dgm:pt modelId="{8045668D-52BD-4C8B-80F2-6A23EB54D596}" type="pres">
      <dgm:prSet presAssocID="{10CE4CB5-3129-4208-8458-A58A38BBBA3E}" presName="sibTrans" presStyleCnt="0"/>
      <dgm:spPr/>
    </dgm:pt>
    <dgm:pt modelId="{97EC380D-3950-456B-A179-1E3D89739794}" type="pres">
      <dgm:prSet presAssocID="{4C053F0E-7697-498B-960D-951576AB289B}" presName="node" presStyleLbl="node1" presStyleIdx="3" presStyleCnt="13">
        <dgm:presLayoutVars>
          <dgm:bulletEnabled val="1"/>
        </dgm:presLayoutVars>
      </dgm:prSet>
      <dgm:spPr/>
    </dgm:pt>
    <dgm:pt modelId="{AE8E561E-013A-4B67-84A5-BC3759ADA679}" type="pres">
      <dgm:prSet presAssocID="{C1E842A1-EA77-49B8-B8F4-85C630E55453}" presName="sibTrans" presStyleCnt="0"/>
      <dgm:spPr/>
    </dgm:pt>
    <dgm:pt modelId="{43988681-9668-43C2-A761-4BEF255A6423}" type="pres">
      <dgm:prSet presAssocID="{CF17C247-7F5D-4A6A-8E13-6BD696A4220F}" presName="node" presStyleLbl="node1" presStyleIdx="4" presStyleCnt="13">
        <dgm:presLayoutVars>
          <dgm:bulletEnabled val="1"/>
        </dgm:presLayoutVars>
      </dgm:prSet>
      <dgm:spPr/>
    </dgm:pt>
    <dgm:pt modelId="{77ED875A-F7EC-4F3F-890A-FC2B88920325}" type="pres">
      <dgm:prSet presAssocID="{C5344F4A-AA5A-47D2-8EED-B86529FF33AC}" presName="sibTrans" presStyleCnt="0"/>
      <dgm:spPr/>
    </dgm:pt>
    <dgm:pt modelId="{B51EBA9F-6BD3-45F4-9493-2A749550FA9C}" type="pres">
      <dgm:prSet presAssocID="{0E61D052-3A21-49C1-A56D-A51EB9067BDF}" presName="node" presStyleLbl="node1" presStyleIdx="5" presStyleCnt="13">
        <dgm:presLayoutVars>
          <dgm:bulletEnabled val="1"/>
        </dgm:presLayoutVars>
      </dgm:prSet>
      <dgm:spPr/>
    </dgm:pt>
    <dgm:pt modelId="{6BCB4A80-D5E9-482B-AA86-C19423FBD336}" type="pres">
      <dgm:prSet presAssocID="{FA3B4D66-554A-4EFC-A406-782ACECC47FD}" presName="sibTrans" presStyleCnt="0"/>
      <dgm:spPr/>
    </dgm:pt>
    <dgm:pt modelId="{DB33EA72-C263-4798-B84F-3E8E948E67D3}" type="pres">
      <dgm:prSet presAssocID="{95E60D45-5EE3-4AE5-83A6-6FC8D944E8C0}" presName="node" presStyleLbl="node1" presStyleIdx="6" presStyleCnt="13">
        <dgm:presLayoutVars>
          <dgm:bulletEnabled val="1"/>
        </dgm:presLayoutVars>
      </dgm:prSet>
      <dgm:spPr/>
    </dgm:pt>
    <dgm:pt modelId="{55F1C2F9-87E0-4D38-8360-41ED29EC967E}" type="pres">
      <dgm:prSet presAssocID="{F3B9B30D-2A62-4A0F-A7A8-0B95D56D74D4}" presName="sibTrans" presStyleCnt="0"/>
      <dgm:spPr/>
    </dgm:pt>
    <dgm:pt modelId="{5C92072E-D3F6-4269-9C1E-D2AEC050270E}" type="pres">
      <dgm:prSet presAssocID="{685DE522-86E9-405A-83C1-11CD3ECEE2B4}" presName="node" presStyleLbl="node1" presStyleIdx="7" presStyleCnt="13">
        <dgm:presLayoutVars>
          <dgm:bulletEnabled val="1"/>
        </dgm:presLayoutVars>
      </dgm:prSet>
      <dgm:spPr/>
    </dgm:pt>
    <dgm:pt modelId="{F44131C2-1663-49FF-8AE8-B490085E4B46}" type="pres">
      <dgm:prSet presAssocID="{8B36AC08-1771-46C0-9478-7A39CCB05F87}" presName="sibTrans" presStyleCnt="0"/>
      <dgm:spPr/>
    </dgm:pt>
    <dgm:pt modelId="{69C14FA0-A03B-4A2A-9B3A-387E18D2284D}" type="pres">
      <dgm:prSet presAssocID="{E7238558-D72B-4ED9-986C-DE106927A3C6}" presName="node" presStyleLbl="node1" presStyleIdx="8" presStyleCnt="13">
        <dgm:presLayoutVars>
          <dgm:bulletEnabled val="1"/>
        </dgm:presLayoutVars>
      </dgm:prSet>
      <dgm:spPr/>
    </dgm:pt>
    <dgm:pt modelId="{D3E65ABC-4CFB-4ED3-9836-B061A7F34444}" type="pres">
      <dgm:prSet presAssocID="{7A2C74BD-CF8A-476B-B7FE-C23161D0F2CB}" presName="sibTrans" presStyleCnt="0"/>
      <dgm:spPr/>
    </dgm:pt>
    <dgm:pt modelId="{282A3088-9405-474D-986D-C4C56EE6041F}" type="pres">
      <dgm:prSet presAssocID="{4C9E144F-1613-4DF3-8DE3-5DF7BA04B610}" presName="node" presStyleLbl="node1" presStyleIdx="9" presStyleCnt="13">
        <dgm:presLayoutVars>
          <dgm:bulletEnabled val="1"/>
        </dgm:presLayoutVars>
      </dgm:prSet>
      <dgm:spPr/>
    </dgm:pt>
    <dgm:pt modelId="{1596A9FF-04DE-48CF-8639-C9F318AE58AA}" type="pres">
      <dgm:prSet presAssocID="{BBF3929C-C775-4510-B629-F738FFB4852A}" presName="sibTrans" presStyleCnt="0"/>
      <dgm:spPr/>
    </dgm:pt>
    <dgm:pt modelId="{DA0CF3AE-729F-4BCB-AC00-4B807019E5EA}" type="pres">
      <dgm:prSet presAssocID="{FE7F3FFE-3E23-4E67-99BD-9DFB1A987F9D}" presName="node" presStyleLbl="node1" presStyleIdx="10" presStyleCnt="13">
        <dgm:presLayoutVars>
          <dgm:bulletEnabled val="1"/>
        </dgm:presLayoutVars>
      </dgm:prSet>
      <dgm:spPr/>
    </dgm:pt>
    <dgm:pt modelId="{5B9D8A10-1973-46B3-A0E9-4516E6077FB5}" type="pres">
      <dgm:prSet presAssocID="{8A1F7DA8-C380-4CF5-9DCF-1D673B7353E1}" presName="sibTrans" presStyleCnt="0"/>
      <dgm:spPr/>
    </dgm:pt>
    <dgm:pt modelId="{344AE991-5E47-4363-ACF1-628698CEF9EA}" type="pres">
      <dgm:prSet presAssocID="{05EA7981-F5C2-400B-BE07-A2D7A630613D}" presName="node" presStyleLbl="node1" presStyleIdx="11" presStyleCnt="13">
        <dgm:presLayoutVars>
          <dgm:bulletEnabled val="1"/>
        </dgm:presLayoutVars>
      </dgm:prSet>
      <dgm:spPr/>
    </dgm:pt>
    <dgm:pt modelId="{23A5167D-2C1E-4F48-8B75-02CD2A02C8E0}" type="pres">
      <dgm:prSet presAssocID="{E5097338-2AAD-4807-A057-D02518F0CF26}" presName="sibTrans" presStyleCnt="0"/>
      <dgm:spPr/>
    </dgm:pt>
    <dgm:pt modelId="{F6E0390F-A14C-4412-B94F-64EFD9379D09}" type="pres">
      <dgm:prSet presAssocID="{DBE1F919-6A13-4AAF-B8FD-146FB8DF1A05}" presName="node" presStyleLbl="node1" presStyleIdx="12" presStyleCnt="13">
        <dgm:presLayoutVars>
          <dgm:bulletEnabled val="1"/>
        </dgm:presLayoutVars>
      </dgm:prSet>
      <dgm:spPr/>
    </dgm:pt>
  </dgm:ptLst>
  <dgm:cxnLst>
    <dgm:cxn modelId="{8377B107-DF9A-47D7-BBDB-7F4BD9558CB2}" type="presOf" srcId="{0E61D052-3A21-49C1-A56D-A51EB9067BDF}" destId="{B51EBA9F-6BD3-45F4-9493-2A749550FA9C}" srcOrd="0" destOrd="0" presId="urn:microsoft.com/office/officeart/2005/8/layout/default"/>
    <dgm:cxn modelId="{10FCDA18-BE67-469D-B5BF-5F446BFE1029}" srcId="{D3AE1355-D675-446B-A042-5914586E8A78}" destId="{C41170D2-DEA3-4EB0-9F79-4B19A21A18E5}" srcOrd="0" destOrd="0" parTransId="{F632B889-136C-4787-8D00-E607F037D58E}" sibTransId="{2753C2B4-09E5-4687-8400-7D1CF3D56945}"/>
    <dgm:cxn modelId="{0D61EA18-CA68-4DA6-B0A7-DBDC59B78C67}" type="presOf" srcId="{4C9E144F-1613-4DF3-8DE3-5DF7BA04B610}" destId="{282A3088-9405-474D-986D-C4C56EE6041F}" srcOrd="0" destOrd="0" presId="urn:microsoft.com/office/officeart/2005/8/layout/default"/>
    <dgm:cxn modelId="{DCD1DA1E-E9DF-423D-BB76-5B8B514A59E7}" srcId="{D3AE1355-D675-446B-A042-5914586E8A78}" destId="{685DE522-86E9-405A-83C1-11CD3ECEE2B4}" srcOrd="7" destOrd="0" parTransId="{EDAF0B4A-4FE0-4434-9EF1-1500FCB57284}" sibTransId="{8B36AC08-1771-46C0-9478-7A39CCB05F87}"/>
    <dgm:cxn modelId="{7012371F-C11F-4B7A-A582-26F45B3C52D2}" srcId="{D3AE1355-D675-446B-A042-5914586E8A78}" destId="{4C053F0E-7697-498B-960D-951576AB289B}" srcOrd="3" destOrd="0" parTransId="{F40AA357-7107-424A-99FD-D75A4D480948}" sibTransId="{C1E842A1-EA77-49B8-B8F4-85C630E55453}"/>
    <dgm:cxn modelId="{FF01521F-3CCA-4F5C-85B1-3026A545A075}" srcId="{D3AE1355-D675-446B-A042-5914586E8A78}" destId="{AFAE1748-4D7E-4F18-A315-C0B0442040B0}" srcOrd="1" destOrd="0" parTransId="{E6787236-07D6-4BCA-AF9A-5926572734F8}" sibTransId="{5D3F1527-F247-47B1-9C51-F452D39176B8}"/>
    <dgm:cxn modelId="{1C8BF626-B3DD-42DD-82EA-1BD4C89AB452}" type="presOf" srcId="{C41170D2-DEA3-4EB0-9F79-4B19A21A18E5}" destId="{ADAB87B4-1D33-4295-8E6B-B2E6BCF7800F}" srcOrd="0" destOrd="0" presId="urn:microsoft.com/office/officeart/2005/8/layout/default"/>
    <dgm:cxn modelId="{CC120E2A-B5C8-4F29-9112-9F648AA9FD2C}" type="presOf" srcId="{4B7FEAEE-903C-4700-88E5-E923E2688B36}" destId="{AE35B8FB-212E-4A59-AD93-81591CF0FD97}" srcOrd="0" destOrd="0" presId="urn:microsoft.com/office/officeart/2005/8/layout/default"/>
    <dgm:cxn modelId="{FB0D672E-F7C2-4053-AF36-3C539D3E8DED}" type="presOf" srcId="{4C053F0E-7697-498B-960D-951576AB289B}" destId="{97EC380D-3950-456B-A179-1E3D89739794}" srcOrd="0" destOrd="0" presId="urn:microsoft.com/office/officeart/2005/8/layout/default"/>
    <dgm:cxn modelId="{E65F7A3C-1AF5-4C6B-A53A-C25E3D27A285}" type="presOf" srcId="{DBE1F919-6A13-4AAF-B8FD-146FB8DF1A05}" destId="{F6E0390F-A14C-4412-B94F-64EFD9379D09}" srcOrd="0" destOrd="0" presId="urn:microsoft.com/office/officeart/2005/8/layout/default"/>
    <dgm:cxn modelId="{7B9ED73E-632B-4EAA-9A8D-9FFE1A122976}" type="presOf" srcId="{05EA7981-F5C2-400B-BE07-A2D7A630613D}" destId="{344AE991-5E47-4363-ACF1-628698CEF9EA}" srcOrd="0" destOrd="0" presId="urn:microsoft.com/office/officeart/2005/8/layout/default"/>
    <dgm:cxn modelId="{8A46FB41-19C7-477D-871D-DE3FDCE2C4F3}" type="presOf" srcId="{FE7F3FFE-3E23-4E67-99BD-9DFB1A987F9D}" destId="{DA0CF3AE-729F-4BCB-AC00-4B807019E5EA}" srcOrd="0" destOrd="0" presId="urn:microsoft.com/office/officeart/2005/8/layout/default"/>
    <dgm:cxn modelId="{77A08543-15C8-42EC-B900-1DF07ABB6397}" srcId="{D3AE1355-D675-446B-A042-5914586E8A78}" destId="{95E60D45-5EE3-4AE5-83A6-6FC8D944E8C0}" srcOrd="6" destOrd="0" parTransId="{563287DC-09E9-4FCA-B378-276AC289DA77}" sibTransId="{F3B9B30D-2A62-4A0F-A7A8-0B95D56D74D4}"/>
    <dgm:cxn modelId="{3AF39347-8323-44AF-B094-3652068EF5E1}" srcId="{D3AE1355-D675-446B-A042-5914586E8A78}" destId="{FE7F3FFE-3E23-4E67-99BD-9DFB1A987F9D}" srcOrd="10" destOrd="0" parTransId="{D876C123-AC91-4DC0-B571-040861AAB8CD}" sibTransId="{8A1F7DA8-C380-4CF5-9DCF-1D673B7353E1}"/>
    <dgm:cxn modelId="{9D52AA4B-2EA2-47A7-B3FB-100F695210DE}" srcId="{D3AE1355-D675-446B-A042-5914586E8A78}" destId="{CF17C247-7F5D-4A6A-8E13-6BD696A4220F}" srcOrd="4" destOrd="0" parTransId="{1464B4DF-F3CE-450A-98CB-B91B20D3BF9D}" sibTransId="{C5344F4A-AA5A-47D2-8EED-B86529FF33AC}"/>
    <dgm:cxn modelId="{2B742C4E-46D9-4A55-B31C-3DDD5294CAE6}" type="presOf" srcId="{AFAE1748-4D7E-4F18-A315-C0B0442040B0}" destId="{D0A8A6C3-F4E8-482A-BBDA-B679289CCD6C}" srcOrd="0" destOrd="0" presId="urn:microsoft.com/office/officeart/2005/8/layout/default"/>
    <dgm:cxn modelId="{6C7E5150-263A-47C5-9D4D-9FDED1C50222}" srcId="{D3AE1355-D675-446B-A042-5914586E8A78}" destId="{E7238558-D72B-4ED9-986C-DE106927A3C6}" srcOrd="8" destOrd="0" parTransId="{170C791C-F1F4-480A-B54E-3ECCDFC65285}" sibTransId="{7A2C74BD-CF8A-476B-B7FE-C23161D0F2CB}"/>
    <dgm:cxn modelId="{73A96082-AAB6-40F5-90B6-29FF10FF0023}" type="presOf" srcId="{95E60D45-5EE3-4AE5-83A6-6FC8D944E8C0}" destId="{DB33EA72-C263-4798-B84F-3E8E948E67D3}" srcOrd="0" destOrd="0" presId="urn:microsoft.com/office/officeart/2005/8/layout/default"/>
    <dgm:cxn modelId="{84A6828D-6838-4477-833C-692F7AFC4BB6}" srcId="{D3AE1355-D675-446B-A042-5914586E8A78}" destId="{0E61D052-3A21-49C1-A56D-A51EB9067BDF}" srcOrd="5" destOrd="0" parTransId="{AFB4697F-5696-4533-938C-A8031AFCCDC4}" sibTransId="{FA3B4D66-554A-4EFC-A406-782ACECC47FD}"/>
    <dgm:cxn modelId="{8F1AAF97-94FC-46F0-90CC-BC39EA3C6CB9}" type="presOf" srcId="{CF17C247-7F5D-4A6A-8E13-6BD696A4220F}" destId="{43988681-9668-43C2-A761-4BEF255A6423}" srcOrd="0" destOrd="0" presId="urn:microsoft.com/office/officeart/2005/8/layout/default"/>
    <dgm:cxn modelId="{BC7F2CD4-5A8B-431F-A78B-52BAB3841C4A}" srcId="{D3AE1355-D675-446B-A042-5914586E8A78}" destId="{4C9E144F-1613-4DF3-8DE3-5DF7BA04B610}" srcOrd="9" destOrd="0" parTransId="{6262217E-30F0-49B3-919C-5144CA455DE3}" sibTransId="{BBF3929C-C775-4510-B629-F738FFB4852A}"/>
    <dgm:cxn modelId="{042F09D7-3B8C-4203-AB53-A92D3706D986}" type="presOf" srcId="{E7238558-D72B-4ED9-986C-DE106927A3C6}" destId="{69C14FA0-A03B-4A2A-9B3A-387E18D2284D}" srcOrd="0" destOrd="0" presId="urn:microsoft.com/office/officeart/2005/8/layout/default"/>
    <dgm:cxn modelId="{A5EBDFD7-2CCA-493D-A772-E4C9D0F31A83}" type="presOf" srcId="{685DE522-86E9-405A-83C1-11CD3ECEE2B4}" destId="{5C92072E-D3F6-4269-9C1E-D2AEC050270E}" srcOrd="0" destOrd="0" presId="urn:microsoft.com/office/officeart/2005/8/layout/default"/>
    <dgm:cxn modelId="{1B8DB6E7-AF45-4BD3-838B-0263065E9BCF}" srcId="{D3AE1355-D675-446B-A042-5914586E8A78}" destId="{DBE1F919-6A13-4AAF-B8FD-146FB8DF1A05}" srcOrd="12" destOrd="0" parTransId="{D7FD4A6E-ADCE-4E7F-8CFF-7E579BE3AA3F}" sibTransId="{D426F845-D05D-4BA2-9689-4D918265791F}"/>
    <dgm:cxn modelId="{95C789EE-E50E-44CC-9382-7B155ED8819E}" srcId="{D3AE1355-D675-446B-A042-5914586E8A78}" destId="{4B7FEAEE-903C-4700-88E5-E923E2688B36}" srcOrd="2" destOrd="0" parTransId="{C60F28B6-9296-4C34-B0C9-F1643DDA16CB}" sibTransId="{10CE4CB5-3129-4208-8458-A58A38BBBA3E}"/>
    <dgm:cxn modelId="{CE282DF4-72C4-4406-AB9A-FFD35464E31D}" srcId="{D3AE1355-D675-446B-A042-5914586E8A78}" destId="{05EA7981-F5C2-400B-BE07-A2D7A630613D}" srcOrd="11" destOrd="0" parTransId="{CF4C6A24-54D5-41CB-AD9C-F5CD37679014}" sibTransId="{E5097338-2AAD-4807-A057-D02518F0CF26}"/>
    <dgm:cxn modelId="{6F8449F5-B10E-4A05-BEAB-E19F301D356C}" type="presOf" srcId="{D3AE1355-D675-446B-A042-5914586E8A78}" destId="{6DD1B339-9BA2-4958-888B-D98C63B9A92B}" srcOrd="0" destOrd="0" presId="urn:microsoft.com/office/officeart/2005/8/layout/default"/>
    <dgm:cxn modelId="{E2F70B2B-B11C-47F5-A452-B6768052A3B5}" type="presParOf" srcId="{6DD1B339-9BA2-4958-888B-D98C63B9A92B}" destId="{ADAB87B4-1D33-4295-8E6B-B2E6BCF7800F}" srcOrd="0" destOrd="0" presId="urn:microsoft.com/office/officeart/2005/8/layout/default"/>
    <dgm:cxn modelId="{C2524BDD-AEC2-4E63-89F0-BFC71C17BA2B}" type="presParOf" srcId="{6DD1B339-9BA2-4958-888B-D98C63B9A92B}" destId="{A97D0E04-8E26-4B76-AF3E-73B0C776EB8D}" srcOrd="1" destOrd="0" presId="urn:microsoft.com/office/officeart/2005/8/layout/default"/>
    <dgm:cxn modelId="{490D49DF-81BE-4DA5-BF3B-2F10754D301D}" type="presParOf" srcId="{6DD1B339-9BA2-4958-888B-D98C63B9A92B}" destId="{D0A8A6C3-F4E8-482A-BBDA-B679289CCD6C}" srcOrd="2" destOrd="0" presId="urn:microsoft.com/office/officeart/2005/8/layout/default"/>
    <dgm:cxn modelId="{DD7D21EC-274D-4BF7-94D2-DF44A7B01FB3}" type="presParOf" srcId="{6DD1B339-9BA2-4958-888B-D98C63B9A92B}" destId="{D39B5622-ED9D-4B41-B8B2-2791306743D1}" srcOrd="3" destOrd="0" presId="urn:microsoft.com/office/officeart/2005/8/layout/default"/>
    <dgm:cxn modelId="{6BD7E794-D5B7-47B2-8225-7BB56F6E2259}" type="presParOf" srcId="{6DD1B339-9BA2-4958-888B-D98C63B9A92B}" destId="{AE35B8FB-212E-4A59-AD93-81591CF0FD97}" srcOrd="4" destOrd="0" presId="urn:microsoft.com/office/officeart/2005/8/layout/default"/>
    <dgm:cxn modelId="{D16B72C6-2BA3-4527-9385-68C43DD8C02F}" type="presParOf" srcId="{6DD1B339-9BA2-4958-888B-D98C63B9A92B}" destId="{8045668D-52BD-4C8B-80F2-6A23EB54D596}" srcOrd="5" destOrd="0" presId="urn:microsoft.com/office/officeart/2005/8/layout/default"/>
    <dgm:cxn modelId="{1420A5D0-09F3-404F-94B6-1724D9B541FB}" type="presParOf" srcId="{6DD1B339-9BA2-4958-888B-D98C63B9A92B}" destId="{97EC380D-3950-456B-A179-1E3D89739794}" srcOrd="6" destOrd="0" presId="urn:microsoft.com/office/officeart/2005/8/layout/default"/>
    <dgm:cxn modelId="{CA50258E-1F48-46AB-BB51-F903AE83C0E7}" type="presParOf" srcId="{6DD1B339-9BA2-4958-888B-D98C63B9A92B}" destId="{AE8E561E-013A-4B67-84A5-BC3759ADA679}" srcOrd="7" destOrd="0" presId="urn:microsoft.com/office/officeart/2005/8/layout/default"/>
    <dgm:cxn modelId="{9D2CAAA2-03A8-4E92-902A-4DEFE387F970}" type="presParOf" srcId="{6DD1B339-9BA2-4958-888B-D98C63B9A92B}" destId="{43988681-9668-43C2-A761-4BEF255A6423}" srcOrd="8" destOrd="0" presId="urn:microsoft.com/office/officeart/2005/8/layout/default"/>
    <dgm:cxn modelId="{979ED966-1166-4865-AE7E-13632FE2A839}" type="presParOf" srcId="{6DD1B339-9BA2-4958-888B-D98C63B9A92B}" destId="{77ED875A-F7EC-4F3F-890A-FC2B88920325}" srcOrd="9" destOrd="0" presId="urn:microsoft.com/office/officeart/2005/8/layout/default"/>
    <dgm:cxn modelId="{ECE0AB6E-2832-43AB-85A8-EA9D6D9CFD90}" type="presParOf" srcId="{6DD1B339-9BA2-4958-888B-D98C63B9A92B}" destId="{B51EBA9F-6BD3-45F4-9493-2A749550FA9C}" srcOrd="10" destOrd="0" presId="urn:microsoft.com/office/officeart/2005/8/layout/default"/>
    <dgm:cxn modelId="{F5AB3D88-2F7C-4F85-BC6E-0D0A0DD91832}" type="presParOf" srcId="{6DD1B339-9BA2-4958-888B-D98C63B9A92B}" destId="{6BCB4A80-D5E9-482B-AA86-C19423FBD336}" srcOrd="11" destOrd="0" presId="urn:microsoft.com/office/officeart/2005/8/layout/default"/>
    <dgm:cxn modelId="{9F67175F-A357-44CF-8725-8B4579D50AFE}" type="presParOf" srcId="{6DD1B339-9BA2-4958-888B-D98C63B9A92B}" destId="{DB33EA72-C263-4798-B84F-3E8E948E67D3}" srcOrd="12" destOrd="0" presId="urn:microsoft.com/office/officeart/2005/8/layout/default"/>
    <dgm:cxn modelId="{A29451DF-E6C0-4D15-9F56-D3BF336C6364}" type="presParOf" srcId="{6DD1B339-9BA2-4958-888B-D98C63B9A92B}" destId="{55F1C2F9-87E0-4D38-8360-41ED29EC967E}" srcOrd="13" destOrd="0" presId="urn:microsoft.com/office/officeart/2005/8/layout/default"/>
    <dgm:cxn modelId="{F97E84D2-89E3-4E22-8E43-1BBBC81F8BF4}" type="presParOf" srcId="{6DD1B339-9BA2-4958-888B-D98C63B9A92B}" destId="{5C92072E-D3F6-4269-9C1E-D2AEC050270E}" srcOrd="14" destOrd="0" presId="urn:microsoft.com/office/officeart/2005/8/layout/default"/>
    <dgm:cxn modelId="{7FCB765D-36B9-4719-A3E2-3ACF332B775F}" type="presParOf" srcId="{6DD1B339-9BA2-4958-888B-D98C63B9A92B}" destId="{F44131C2-1663-49FF-8AE8-B490085E4B46}" srcOrd="15" destOrd="0" presId="urn:microsoft.com/office/officeart/2005/8/layout/default"/>
    <dgm:cxn modelId="{BB57C739-5F4B-4056-92B2-FA8C9983BC10}" type="presParOf" srcId="{6DD1B339-9BA2-4958-888B-D98C63B9A92B}" destId="{69C14FA0-A03B-4A2A-9B3A-387E18D2284D}" srcOrd="16" destOrd="0" presId="urn:microsoft.com/office/officeart/2005/8/layout/default"/>
    <dgm:cxn modelId="{824F3DAD-4DAA-4962-87E6-75686FFFD156}" type="presParOf" srcId="{6DD1B339-9BA2-4958-888B-D98C63B9A92B}" destId="{D3E65ABC-4CFB-4ED3-9836-B061A7F34444}" srcOrd="17" destOrd="0" presId="urn:microsoft.com/office/officeart/2005/8/layout/default"/>
    <dgm:cxn modelId="{1EB34551-CFE8-4EB8-B663-0003F625BAF1}" type="presParOf" srcId="{6DD1B339-9BA2-4958-888B-D98C63B9A92B}" destId="{282A3088-9405-474D-986D-C4C56EE6041F}" srcOrd="18" destOrd="0" presId="urn:microsoft.com/office/officeart/2005/8/layout/default"/>
    <dgm:cxn modelId="{542B290D-0991-43C5-9EB1-EDA5A950182F}" type="presParOf" srcId="{6DD1B339-9BA2-4958-888B-D98C63B9A92B}" destId="{1596A9FF-04DE-48CF-8639-C9F318AE58AA}" srcOrd="19" destOrd="0" presId="urn:microsoft.com/office/officeart/2005/8/layout/default"/>
    <dgm:cxn modelId="{A0456C16-9F2A-4478-9616-266C83499A69}" type="presParOf" srcId="{6DD1B339-9BA2-4958-888B-D98C63B9A92B}" destId="{DA0CF3AE-729F-4BCB-AC00-4B807019E5EA}" srcOrd="20" destOrd="0" presId="urn:microsoft.com/office/officeart/2005/8/layout/default"/>
    <dgm:cxn modelId="{32F29787-8BA0-4E23-8005-56E21CF43D15}" type="presParOf" srcId="{6DD1B339-9BA2-4958-888B-D98C63B9A92B}" destId="{5B9D8A10-1973-46B3-A0E9-4516E6077FB5}" srcOrd="21" destOrd="0" presId="urn:microsoft.com/office/officeart/2005/8/layout/default"/>
    <dgm:cxn modelId="{6E936AA5-1497-4482-A644-38224BEBFDCF}" type="presParOf" srcId="{6DD1B339-9BA2-4958-888B-D98C63B9A92B}" destId="{344AE991-5E47-4363-ACF1-628698CEF9EA}" srcOrd="22" destOrd="0" presId="urn:microsoft.com/office/officeart/2005/8/layout/default"/>
    <dgm:cxn modelId="{82E9C42A-44D5-4C1B-AC8C-4C237C2A1EB0}" type="presParOf" srcId="{6DD1B339-9BA2-4958-888B-D98C63B9A92B}" destId="{23A5167D-2C1E-4F48-8B75-02CD2A02C8E0}" srcOrd="23" destOrd="0" presId="urn:microsoft.com/office/officeart/2005/8/layout/default"/>
    <dgm:cxn modelId="{45DDB7AE-674D-4266-8151-F23F42903F1D}" type="presParOf" srcId="{6DD1B339-9BA2-4958-888B-D98C63B9A92B}" destId="{F6E0390F-A14C-4412-B94F-64EFD9379D09}" srcOrd="2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C7B53EA-EEEC-488D-BF4E-670C64BEDFA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34D2307-6B3D-4503-ACE9-EB37EF66A09F}">
      <dgm:prSet/>
      <dgm:spPr/>
      <dgm:t>
        <a:bodyPr/>
        <a:lstStyle/>
        <a:p>
          <a:r>
            <a:rPr lang="en-AU" b="1"/>
            <a:t>ASK</a:t>
          </a:r>
          <a:endParaRPr lang="en-US"/>
        </a:p>
      </dgm:t>
    </dgm:pt>
    <dgm:pt modelId="{5C20102F-7D42-4411-920D-5AA6BCA94D2C}" type="parTrans" cxnId="{C4547E4E-2236-4171-8B7A-F6B28005B7ED}">
      <dgm:prSet/>
      <dgm:spPr/>
      <dgm:t>
        <a:bodyPr/>
        <a:lstStyle/>
        <a:p>
          <a:endParaRPr lang="en-US"/>
        </a:p>
      </dgm:t>
    </dgm:pt>
    <dgm:pt modelId="{EB9D3E85-F374-4537-9F08-6A9BCCDF91D6}" type="sibTrans" cxnId="{C4547E4E-2236-4171-8B7A-F6B28005B7ED}">
      <dgm:prSet/>
      <dgm:spPr/>
      <dgm:t>
        <a:bodyPr/>
        <a:lstStyle/>
        <a:p>
          <a:endParaRPr lang="en-US"/>
        </a:p>
      </dgm:t>
    </dgm:pt>
    <dgm:pt modelId="{15005605-CE85-4EDC-8DDC-114440F460BD}">
      <dgm:prSet/>
      <dgm:spPr/>
      <dgm:t>
        <a:bodyPr/>
        <a:lstStyle/>
        <a:p>
          <a:r>
            <a:rPr lang="en-AU"/>
            <a:t>If you think someone might be suicidal, ask them directly:</a:t>
          </a:r>
          <a:endParaRPr lang="en-US"/>
        </a:p>
      </dgm:t>
    </dgm:pt>
    <dgm:pt modelId="{097A9B9C-7C22-4DE0-B215-CDC7A4A559B3}" type="parTrans" cxnId="{65CB37AB-90A0-43BD-A32E-A461BDFD126C}">
      <dgm:prSet/>
      <dgm:spPr/>
      <dgm:t>
        <a:bodyPr/>
        <a:lstStyle/>
        <a:p>
          <a:endParaRPr lang="en-US"/>
        </a:p>
      </dgm:t>
    </dgm:pt>
    <dgm:pt modelId="{F70300F7-9218-4D68-93A4-925D4AA140FC}" type="sibTrans" cxnId="{65CB37AB-90A0-43BD-A32E-A461BDFD126C}">
      <dgm:prSet/>
      <dgm:spPr/>
      <dgm:t>
        <a:bodyPr/>
        <a:lstStyle/>
        <a:p>
          <a:endParaRPr lang="en-US"/>
        </a:p>
      </dgm:t>
    </dgm:pt>
    <dgm:pt modelId="{961F0A6A-CE51-43DA-A176-2E78E812DA17}">
      <dgm:prSet/>
      <dgm:spPr/>
      <dgm:t>
        <a:bodyPr/>
        <a:lstStyle/>
        <a:p>
          <a:r>
            <a:rPr lang="en-AU"/>
            <a:t>"Are you thinking about suicide?" </a:t>
          </a:r>
          <a:endParaRPr lang="en-US"/>
        </a:p>
      </dgm:t>
    </dgm:pt>
    <dgm:pt modelId="{AC690EFA-DA77-4F45-AB37-5177750AEB7B}" type="parTrans" cxnId="{01C04C19-26EC-4CAC-A21A-175A0BA56F38}">
      <dgm:prSet/>
      <dgm:spPr/>
      <dgm:t>
        <a:bodyPr/>
        <a:lstStyle/>
        <a:p>
          <a:endParaRPr lang="en-US"/>
        </a:p>
      </dgm:t>
    </dgm:pt>
    <dgm:pt modelId="{1B281D81-43C9-4B23-A4C8-F3F6C2EBD0DE}" type="sibTrans" cxnId="{01C04C19-26EC-4CAC-A21A-175A0BA56F38}">
      <dgm:prSet/>
      <dgm:spPr/>
      <dgm:t>
        <a:bodyPr/>
        <a:lstStyle/>
        <a:p>
          <a:endParaRPr lang="en-US"/>
        </a:p>
      </dgm:t>
    </dgm:pt>
    <dgm:pt modelId="{C60CE123-D243-49D8-B9BC-C94A2418BC9B}">
      <dgm:prSet/>
      <dgm:spPr/>
      <dgm:t>
        <a:bodyPr/>
        <a:lstStyle/>
        <a:p>
          <a:r>
            <a:rPr lang="en-AU" dirty="0"/>
            <a:t>Or “Are you thinking about killing yourself.”</a:t>
          </a:r>
          <a:endParaRPr lang="en-US" dirty="0"/>
        </a:p>
      </dgm:t>
    </dgm:pt>
    <dgm:pt modelId="{0F2A242D-3355-4051-8BAA-05194C3F2C8B}" type="parTrans" cxnId="{122A266D-B8B3-444F-B63A-387EB0FE4CFD}">
      <dgm:prSet/>
      <dgm:spPr/>
      <dgm:t>
        <a:bodyPr/>
        <a:lstStyle/>
        <a:p>
          <a:endParaRPr lang="en-US"/>
        </a:p>
      </dgm:t>
    </dgm:pt>
    <dgm:pt modelId="{0391A54D-D2BB-4D7A-9238-D1FA0957619C}" type="sibTrans" cxnId="{122A266D-B8B3-444F-B63A-387EB0FE4CFD}">
      <dgm:prSet/>
      <dgm:spPr/>
      <dgm:t>
        <a:bodyPr/>
        <a:lstStyle/>
        <a:p>
          <a:endParaRPr lang="en-US"/>
        </a:p>
      </dgm:t>
    </dgm:pt>
    <dgm:pt modelId="{0E06D6B5-13E5-4DA3-9C83-8220B0EE665C}">
      <dgm:prSet/>
      <dgm:spPr/>
      <dgm:t>
        <a:bodyPr/>
        <a:lstStyle/>
        <a:p>
          <a:r>
            <a:rPr lang="en-AU" dirty="0"/>
            <a:t>Don’t be afraid to do this, it shows you care and </a:t>
          </a:r>
          <a:r>
            <a:rPr lang="en-GB" dirty="0"/>
            <a:t>does not increase risk and often helps people feel heard and supported</a:t>
          </a:r>
          <a:r>
            <a:rPr lang="en-AU" dirty="0"/>
            <a:t>. Make sure you ask directly and unambiguously.</a:t>
          </a:r>
          <a:endParaRPr lang="en-US" dirty="0"/>
        </a:p>
      </dgm:t>
    </dgm:pt>
    <dgm:pt modelId="{E5D2EFDE-96AB-477E-ADFD-A8BDE15EA843}" type="parTrans" cxnId="{F22BE5D1-B6B0-4F4E-8004-8B7DCED3EDCF}">
      <dgm:prSet/>
      <dgm:spPr/>
      <dgm:t>
        <a:bodyPr/>
        <a:lstStyle/>
        <a:p>
          <a:endParaRPr lang="en-US"/>
        </a:p>
      </dgm:t>
    </dgm:pt>
    <dgm:pt modelId="{CD2EB2A9-F4BC-4988-B82B-CD425E0B3409}" type="sibTrans" cxnId="{F22BE5D1-B6B0-4F4E-8004-8B7DCED3EDCF}">
      <dgm:prSet/>
      <dgm:spPr/>
      <dgm:t>
        <a:bodyPr/>
        <a:lstStyle/>
        <a:p>
          <a:endParaRPr lang="en-US"/>
        </a:p>
      </dgm:t>
    </dgm:pt>
    <dgm:pt modelId="{1D2947CD-5C78-40AC-8427-C7905479CD6D}">
      <dgm:prSet/>
      <dgm:spPr/>
      <dgm:t>
        <a:bodyPr/>
        <a:lstStyle/>
        <a:p>
          <a:r>
            <a:rPr lang="en-AU" dirty="0"/>
            <a:t>While we might find it challenging and uncomfortable to ask about suicide, we need to hear people’s stories.</a:t>
          </a:r>
          <a:endParaRPr lang="en-US" dirty="0"/>
        </a:p>
      </dgm:t>
    </dgm:pt>
    <dgm:pt modelId="{1D4F6EDF-5A91-4951-AC76-E1EEE1D5CD1E}" type="parTrans" cxnId="{4D55405B-36FE-44AA-A9F0-389179C1E596}">
      <dgm:prSet/>
      <dgm:spPr/>
      <dgm:t>
        <a:bodyPr/>
        <a:lstStyle/>
        <a:p>
          <a:endParaRPr lang="en-US"/>
        </a:p>
      </dgm:t>
    </dgm:pt>
    <dgm:pt modelId="{81BF9F8E-1A5E-48B3-BA49-E76D4097BF34}" type="sibTrans" cxnId="{4D55405B-36FE-44AA-A9F0-389179C1E596}">
      <dgm:prSet/>
      <dgm:spPr/>
      <dgm:t>
        <a:bodyPr/>
        <a:lstStyle/>
        <a:p>
          <a:endParaRPr lang="en-US"/>
        </a:p>
      </dgm:t>
    </dgm:pt>
    <dgm:pt modelId="{44BA72A5-1816-4687-9525-0450EEE25DB3}">
      <dgm:prSet/>
      <dgm:spPr/>
      <dgm:t>
        <a:bodyPr/>
        <a:lstStyle/>
        <a:p>
          <a:r>
            <a:rPr lang="en-AU" dirty="0"/>
            <a:t>Most people don’t want to die, they just want their pain to stop.</a:t>
          </a:r>
          <a:endParaRPr lang="en-US" dirty="0"/>
        </a:p>
      </dgm:t>
    </dgm:pt>
    <dgm:pt modelId="{65BD1828-3271-4029-9DE7-52AA17A424D6}" type="parTrans" cxnId="{A09AF341-599D-437C-B66B-D6E540B8ED52}">
      <dgm:prSet/>
      <dgm:spPr/>
      <dgm:t>
        <a:bodyPr/>
        <a:lstStyle/>
        <a:p>
          <a:endParaRPr lang="en-US"/>
        </a:p>
      </dgm:t>
    </dgm:pt>
    <dgm:pt modelId="{7817B667-9D7D-44AE-AE2F-FFED830FBCED}" type="sibTrans" cxnId="{A09AF341-599D-437C-B66B-D6E540B8ED52}">
      <dgm:prSet/>
      <dgm:spPr/>
      <dgm:t>
        <a:bodyPr/>
        <a:lstStyle/>
        <a:p>
          <a:endParaRPr lang="en-US"/>
        </a:p>
      </dgm:t>
    </dgm:pt>
    <dgm:pt modelId="{30CD3CB9-A09B-49A8-87AC-B63060F8C7E1}">
      <dgm:prSet/>
      <dgm:spPr/>
      <dgm:t>
        <a:bodyPr/>
        <a:lstStyle/>
        <a:p>
          <a:r>
            <a:rPr lang="en-AU" b="1"/>
            <a:t>LISTEN AND STAY WITH THEM</a:t>
          </a:r>
          <a:endParaRPr lang="en-US"/>
        </a:p>
      </dgm:t>
    </dgm:pt>
    <dgm:pt modelId="{CCE4283E-C67B-4A09-9F18-A3B4BA015C08}" type="parTrans" cxnId="{544F93ED-A9B9-4A2E-BDC1-BD787282E10F}">
      <dgm:prSet/>
      <dgm:spPr/>
      <dgm:t>
        <a:bodyPr/>
        <a:lstStyle/>
        <a:p>
          <a:endParaRPr lang="en-US"/>
        </a:p>
      </dgm:t>
    </dgm:pt>
    <dgm:pt modelId="{35A84364-8D95-4C6A-A565-6830DBF7BFB2}" type="sibTrans" cxnId="{544F93ED-A9B9-4A2E-BDC1-BD787282E10F}">
      <dgm:prSet/>
      <dgm:spPr/>
      <dgm:t>
        <a:bodyPr/>
        <a:lstStyle/>
        <a:p>
          <a:endParaRPr lang="en-US"/>
        </a:p>
      </dgm:t>
    </dgm:pt>
    <dgm:pt modelId="{EB944333-F1AB-41FA-BCAC-005EE56AFD37}">
      <dgm:prSet/>
      <dgm:spPr/>
      <dgm:t>
        <a:bodyPr/>
        <a:lstStyle/>
        <a:p>
          <a:r>
            <a:rPr lang="en-AU" dirty="0"/>
            <a:t>If they say 'yes', they are suicidal, listen to them and allow them to express how they are feeling. Don’t leave them alone (sometimes unrealistic in teaching environments). Stay with them or get someone else reliable to stay with them. </a:t>
          </a:r>
          <a:endParaRPr lang="en-US" dirty="0"/>
        </a:p>
      </dgm:t>
    </dgm:pt>
    <dgm:pt modelId="{1040E5E7-0C1C-48D3-B62D-39EEE1E45BBE}" type="parTrans" cxnId="{96EFD6B5-C8EE-4629-B028-F8AD68FAB0C0}">
      <dgm:prSet/>
      <dgm:spPr/>
      <dgm:t>
        <a:bodyPr/>
        <a:lstStyle/>
        <a:p>
          <a:endParaRPr lang="en-US"/>
        </a:p>
      </dgm:t>
    </dgm:pt>
    <dgm:pt modelId="{984EF81E-5BB4-461E-8C9D-A7F7A85B6BC5}" type="sibTrans" cxnId="{96EFD6B5-C8EE-4629-B028-F8AD68FAB0C0}">
      <dgm:prSet/>
      <dgm:spPr/>
      <dgm:t>
        <a:bodyPr/>
        <a:lstStyle/>
        <a:p>
          <a:endParaRPr lang="en-US"/>
        </a:p>
      </dgm:t>
    </dgm:pt>
    <dgm:pt modelId="{6B56602D-C5ED-4F5F-9472-924E1A073D91}">
      <dgm:prSet/>
      <dgm:spPr/>
      <dgm:t>
        <a:bodyPr/>
        <a:lstStyle/>
        <a:p>
          <a:r>
            <a:rPr lang="en-AU" b="1"/>
            <a:t>GET HELP </a:t>
          </a:r>
          <a:endParaRPr lang="en-US"/>
        </a:p>
      </dgm:t>
    </dgm:pt>
    <dgm:pt modelId="{13D6BCD5-48C4-46D4-8526-F283222099E1}" type="parTrans" cxnId="{4ADEBCDE-D1BB-4872-8F2B-06172DEFCF26}">
      <dgm:prSet/>
      <dgm:spPr/>
      <dgm:t>
        <a:bodyPr/>
        <a:lstStyle/>
        <a:p>
          <a:endParaRPr lang="en-US"/>
        </a:p>
      </dgm:t>
    </dgm:pt>
    <dgm:pt modelId="{B0000885-C84E-452D-BF08-753FAB876C53}" type="sibTrans" cxnId="{4ADEBCDE-D1BB-4872-8F2B-06172DEFCF26}">
      <dgm:prSet/>
      <dgm:spPr/>
      <dgm:t>
        <a:bodyPr/>
        <a:lstStyle/>
        <a:p>
          <a:endParaRPr lang="en-US"/>
        </a:p>
      </dgm:t>
    </dgm:pt>
    <dgm:pt modelId="{2FF09695-146E-45AC-A97F-F9DDDC607BF1}">
      <dgm:prSet/>
      <dgm:spPr/>
      <dgm:t>
        <a:bodyPr/>
        <a:lstStyle/>
        <a:p>
          <a:r>
            <a:rPr lang="en-AU"/>
            <a:t>Seek the attention of your colleagues and progress your concerns up the chain of command. Consult senior staff. </a:t>
          </a:r>
          <a:endParaRPr lang="en-US"/>
        </a:p>
      </dgm:t>
    </dgm:pt>
    <dgm:pt modelId="{295FA6C7-52D5-4418-A5AA-EBBD2E6EBA0B}" type="parTrans" cxnId="{17A16FFC-473D-43B6-AA7A-050347B99D31}">
      <dgm:prSet/>
      <dgm:spPr/>
      <dgm:t>
        <a:bodyPr/>
        <a:lstStyle/>
        <a:p>
          <a:endParaRPr lang="en-US"/>
        </a:p>
      </dgm:t>
    </dgm:pt>
    <dgm:pt modelId="{1779ECD4-5CA8-4F90-A273-77715DDDFF5F}" type="sibTrans" cxnId="{17A16FFC-473D-43B6-AA7A-050347B99D31}">
      <dgm:prSet/>
      <dgm:spPr/>
      <dgm:t>
        <a:bodyPr/>
        <a:lstStyle/>
        <a:p>
          <a:endParaRPr lang="en-US"/>
        </a:p>
      </dgm:t>
    </dgm:pt>
    <dgm:pt modelId="{820BBD7F-F25F-43FA-846F-6FADFC272598}">
      <dgm:prSet/>
      <dgm:spPr/>
      <dgm:t>
        <a:bodyPr/>
        <a:lstStyle/>
        <a:p>
          <a:r>
            <a:rPr lang="en-AU" b="1" dirty="0"/>
            <a:t>COMMUNICATE EVERYTHING</a:t>
          </a:r>
          <a:endParaRPr lang="en-US" dirty="0"/>
        </a:p>
      </dgm:t>
    </dgm:pt>
    <dgm:pt modelId="{55AEAA12-2DD6-4B90-98C1-EEEDBDCB07DD}" type="parTrans" cxnId="{CD7F9C01-D3B2-4F5B-B6CF-E23DF4B13295}">
      <dgm:prSet/>
      <dgm:spPr/>
      <dgm:t>
        <a:bodyPr/>
        <a:lstStyle/>
        <a:p>
          <a:endParaRPr lang="en-US"/>
        </a:p>
      </dgm:t>
    </dgm:pt>
    <dgm:pt modelId="{1FB09BFF-2E32-42B3-A270-F0623FB4274F}" type="sibTrans" cxnId="{CD7F9C01-D3B2-4F5B-B6CF-E23DF4B13295}">
      <dgm:prSet/>
      <dgm:spPr/>
      <dgm:t>
        <a:bodyPr/>
        <a:lstStyle/>
        <a:p>
          <a:endParaRPr lang="en-US"/>
        </a:p>
      </dgm:t>
    </dgm:pt>
    <dgm:pt modelId="{5FAC32F4-130E-4E09-BEE4-60D41DA34780}">
      <dgm:prSet/>
      <dgm:spPr/>
      <dgm:t>
        <a:bodyPr/>
        <a:lstStyle/>
        <a:p>
          <a:r>
            <a:rPr lang="en-AU" dirty="0"/>
            <a:t>Do not leave them guessing. If you need someone reliable to replace you explain this clearly. If you plan on taking them to the psychologist office or hospital, explain again etc.</a:t>
          </a:r>
          <a:endParaRPr lang="en-US" dirty="0"/>
        </a:p>
      </dgm:t>
    </dgm:pt>
    <dgm:pt modelId="{A3303A65-5BA1-4C3B-9237-F66B0CC89557}" type="parTrans" cxnId="{1E26FA27-2183-4DBF-9454-145285253276}">
      <dgm:prSet/>
      <dgm:spPr/>
      <dgm:t>
        <a:bodyPr/>
        <a:lstStyle/>
        <a:p>
          <a:endParaRPr lang="en-US"/>
        </a:p>
      </dgm:t>
    </dgm:pt>
    <dgm:pt modelId="{EA75AE69-537C-4C63-874A-0CAD08810382}" type="sibTrans" cxnId="{1E26FA27-2183-4DBF-9454-145285253276}">
      <dgm:prSet/>
      <dgm:spPr/>
      <dgm:t>
        <a:bodyPr/>
        <a:lstStyle/>
        <a:p>
          <a:endParaRPr lang="en-US"/>
        </a:p>
      </dgm:t>
    </dgm:pt>
    <dgm:pt modelId="{E999CB9B-5802-4C41-B78C-55CCB3BDA64D}">
      <dgm:prSet/>
      <dgm:spPr/>
      <dgm:t>
        <a:bodyPr/>
        <a:lstStyle/>
        <a:p>
          <a:r>
            <a:rPr lang="en-AU" b="1" dirty="0"/>
            <a:t>ROLE BOUNDARIES</a:t>
          </a:r>
        </a:p>
      </dgm:t>
    </dgm:pt>
    <dgm:pt modelId="{3F6FE77D-A30F-4CD4-8850-04B367BC2B4C}" type="parTrans" cxnId="{EE98A008-D0E3-4B65-A72D-9742FB740A26}">
      <dgm:prSet/>
      <dgm:spPr/>
      <dgm:t>
        <a:bodyPr/>
        <a:lstStyle/>
        <a:p>
          <a:endParaRPr lang="en-AU"/>
        </a:p>
      </dgm:t>
    </dgm:pt>
    <dgm:pt modelId="{0D16F4EC-EFA9-4A46-AA0F-535E42402BF2}" type="sibTrans" cxnId="{EE98A008-D0E3-4B65-A72D-9742FB740A26}">
      <dgm:prSet/>
      <dgm:spPr/>
      <dgm:t>
        <a:bodyPr/>
        <a:lstStyle/>
        <a:p>
          <a:endParaRPr lang="en-AU"/>
        </a:p>
      </dgm:t>
    </dgm:pt>
    <dgm:pt modelId="{015FD277-C54B-47E7-A286-A4C0AEAF19C8}">
      <dgm:prSet/>
      <dgm:spPr/>
      <dgm:t>
        <a:bodyPr/>
        <a:lstStyle/>
        <a:p>
          <a:r>
            <a:rPr lang="en-GB"/>
            <a:t>Staff are not expected to assess or manage suicide/harm risk clinically. </a:t>
          </a:r>
          <a:r>
            <a:rPr lang="en-GB" dirty="0"/>
            <a:t>Your role is to listen, support, and escalate.</a:t>
          </a:r>
          <a:endParaRPr lang="en-AU" b="1" dirty="0"/>
        </a:p>
      </dgm:t>
    </dgm:pt>
    <dgm:pt modelId="{48D38411-26EF-4FBC-A806-7C325F4A29AE}" type="parTrans" cxnId="{ED901A41-F925-450A-BF41-BE6807CE5CC1}">
      <dgm:prSet/>
      <dgm:spPr/>
      <dgm:t>
        <a:bodyPr/>
        <a:lstStyle/>
        <a:p>
          <a:endParaRPr lang="en-AU"/>
        </a:p>
      </dgm:t>
    </dgm:pt>
    <dgm:pt modelId="{A9EE1F21-901A-49E7-A8D2-59A78DDBF0D0}" type="sibTrans" cxnId="{ED901A41-F925-450A-BF41-BE6807CE5CC1}">
      <dgm:prSet/>
      <dgm:spPr/>
      <dgm:t>
        <a:bodyPr/>
        <a:lstStyle/>
        <a:p>
          <a:endParaRPr lang="en-AU"/>
        </a:p>
      </dgm:t>
    </dgm:pt>
    <dgm:pt modelId="{6C3938B6-4230-4E12-AC10-A71F839ECF87}" type="pres">
      <dgm:prSet presAssocID="{1C7B53EA-EEEC-488D-BF4E-670C64BEDFAC}" presName="linear" presStyleCnt="0">
        <dgm:presLayoutVars>
          <dgm:animLvl val="lvl"/>
          <dgm:resizeHandles val="exact"/>
        </dgm:presLayoutVars>
      </dgm:prSet>
      <dgm:spPr/>
    </dgm:pt>
    <dgm:pt modelId="{5E3B6F86-CDD8-4B70-BF21-CC1E9CD99F55}" type="pres">
      <dgm:prSet presAssocID="{734D2307-6B3D-4503-ACE9-EB37EF66A09F}" presName="parentText" presStyleLbl="node1" presStyleIdx="0" presStyleCnt="5">
        <dgm:presLayoutVars>
          <dgm:chMax val="0"/>
          <dgm:bulletEnabled val="1"/>
        </dgm:presLayoutVars>
      </dgm:prSet>
      <dgm:spPr/>
    </dgm:pt>
    <dgm:pt modelId="{756AA265-2559-49BD-9409-A9F5D22013F0}" type="pres">
      <dgm:prSet presAssocID="{734D2307-6B3D-4503-ACE9-EB37EF66A09F}" presName="childText" presStyleLbl="revTx" presStyleIdx="0" presStyleCnt="5">
        <dgm:presLayoutVars>
          <dgm:bulletEnabled val="1"/>
        </dgm:presLayoutVars>
      </dgm:prSet>
      <dgm:spPr/>
    </dgm:pt>
    <dgm:pt modelId="{0B316E50-DFDD-42BD-81F5-D0651A409D09}" type="pres">
      <dgm:prSet presAssocID="{30CD3CB9-A09B-49A8-87AC-B63060F8C7E1}" presName="parentText" presStyleLbl="node1" presStyleIdx="1" presStyleCnt="5">
        <dgm:presLayoutVars>
          <dgm:chMax val="0"/>
          <dgm:bulletEnabled val="1"/>
        </dgm:presLayoutVars>
      </dgm:prSet>
      <dgm:spPr/>
    </dgm:pt>
    <dgm:pt modelId="{DCD09F69-F8A0-4B5E-A3EA-E910E989505B}" type="pres">
      <dgm:prSet presAssocID="{30CD3CB9-A09B-49A8-87AC-B63060F8C7E1}" presName="childText" presStyleLbl="revTx" presStyleIdx="1" presStyleCnt="5">
        <dgm:presLayoutVars>
          <dgm:bulletEnabled val="1"/>
        </dgm:presLayoutVars>
      </dgm:prSet>
      <dgm:spPr/>
    </dgm:pt>
    <dgm:pt modelId="{23AED455-A1AF-4DDB-9DA7-589F42F0617C}" type="pres">
      <dgm:prSet presAssocID="{6B56602D-C5ED-4F5F-9472-924E1A073D91}" presName="parentText" presStyleLbl="node1" presStyleIdx="2" presStyleCnt="5">
        <dgm:presLayoutVars>
          <dgm:chMax val="0"/>
          <dgm:bulletEnabled val="1"/>
        </dgm:presLayoutVars>
      </dgm:prSet>
      <dgm:spPr/>
    </dgm:pt>
    <dgm:pt modelId="{BB709011-1110-45F1-BBD9-796F3EA15AC7}" type="pres">
      <dgm:prSet presAssocID="{6B56602D-C5ED-4F5F-9472-924E1A073D91}" presName="childText" presStyleLbl="revTx" presStyleIdx="2" presStyleCnt="5">
        <dgm:presLayoutVars>
          <dgm:bulletEnabled val="1"/>
        </dgm:presLayoutVars>
      </dgm:prSet>
      <dgm:spPr/>
    </dgm:pt>
    <dgm:pt modelId="{6F9700FD-6506-44FF-BC1C-9C0246C354F7}" type="pres">
      <dgm:prSet presAssocID="{820BBD7F-F25F-43FA-846F-6FADFC272598}" presName="parentText" presStyleLbl="node1" presStyleIdx="3" presStyleCnt="5">
        <dgm:presLayoutVars>
          <dgm:chMax val="0"/>
          <dgm:bulletEnabled val="1"/>
        </dgm:presLayoutVars>
      </dgm:prSet>
      <dgm:spPr/>
    </dgm:pt>
    <dgm:pt modelId="{ABC91BA1-F969-4241-A309-449408A2E0A5}" type="pres">
      <dgm:prSet presAssocID="{820BBD7F-F25F-43FA-846F-6FADFC272598}" presName="childText" presStyleLbl="revTx" presStyleIdx="3" presStyleCnt="5">
        <dgm:presLayoutVars>
          <dgm:bulletEnabled val="1"/>
        </dgm:presLayoutVars>
      </dgm:prSet>
      <dgm:spPr/>
    </dgm:pt>
    <dgm:pt modelId="{A2673BF9-3F3F-41B6-B047-7D976F7EF800}" type="pres">
      <dgm:prSet presAssocID="{E999CB9B-5802-4C41-B78C-55CCB3BDA64D}" presName="parentText" presStyleLbl="node1" presStyleIdx="4" presStyleCnt="5">
        <dgm:presLayoutVars>
          <dgm:chMax val="0"/>
          <dgm:bulletEnabled val="1"/>
        </dgm:presLayoutVars>
      </dgm:prSet>
      <dgm:spPr/>
    </dgm:pt>
    <dgm:pt modelId="{568A873F-5C4E-4422-99B2-5A6E050C7320}" type="pres">
      <dgm:prSet presAssocID="{E999CB9B-5802-4C41-B78C-55CCB3BDA64D}" presName="childText" presStyleLbl="revTx" presStyleIdx="4" presStyleCnt="5">
        <dgm:presLayoutVars>
          <dgm:bulletEnabled val="1"/>
        </dgm:presLayoutVars>
      </dgm:prSet>
      <dgm:spPr/>
    </dgm:pt>
  </dgm:ptLst>
  <dgm:cxnLst>
    <dgm:cxn modelId="{CD7F9C01-D3B2-4F5B-B6CF-E23DF4B13295}" srcId="{1C7B53EA-EEEC-488D-BF4E-670C64BEDFAC}" destId="{820BBD7F-F25F-43FA-846F-6FADFC272598}" srcOrd="3" destOrd="0" parTransId="{55AEAA12-2DD6-4B90-98C1-EEEDBDCB07DD}" sibTransId="{1FB09BFF-2E32-42B3-A270-F0623FB4274F}"/>
    <dgm:cxn modelId="{EE98A008-D0E3-4B65-A72D-9742FB740A26}" srcId="{1C7B53EA-EEEC-488D-BF4E-670C64BEDFAC}" destId="{E999CB9B-5802-4C41-B78C-55CCB3BDA64D}" srcOrd="4" destOrd="0" parTransId="{3F6FE77D-A30F-4CD4-8850-04B367BC2B4C}" sibTransId="{0D16F4EC-EFA9-4A46-AA0F-535E42402BF2}"/>
    <dgm:cxn modelId="{01C04C19-26EC-4CAC-A21A-175A0BA56F38}" srcId="{15005605-CE85-4EDC-8DDC-114440F460BD}" destId="{961F0A6A-CE51-43DA-A176-2E78E812DA17}" srcOrd="0" destOrd="0" parTransId="{AC690EFA-DA77-4F45-AB37-5177750AEB7B}" sibTransId="{1B281D81-43C9-4B23-A4C8-F3F6C2EBD0DE}"/>
    <dgm:cxn modelId="{1E26FA27-2183-4DBF-9454-145285253276}" srcId="{820BBD7F-F25F-43FA-846F-6FADFC272598}" destId="{5FAC32F4-130E-4E09-BEE4-60D41DA34780}" srcOrd="0" destOrd="0" parTransId="{A3303A65-5BA1-4C3B-9237-F66B0CC89557}" sibTransId="{EA75AE69-537C-4C63-874A-0CAD08810382}"/>
    <dgm:cxn modelId="{CAC1662A-DCAF-4958-BC14-E5C01A913E6B}" type="presOf" srcId="{015FD277-C54B-47E7-A286-A4C0AEAF19C8}" destId="{568A873F-5C4E-4422-99B2-5A6E050C7320}" srcOrd="0" destOrd="0" presId="urn:microsoft.com/office/officeart/2005/8/layout/vList2"/>
    <dgm:cxn modelId="{9E9B6735-4C32-48C5-835A-E2A5740C6412}" type="presOf" srcId="{1D2947CD-5C78-40AC-8427-C7905479CD6D}" destId="{756AA265-2559-49BD-9409-A9F5D22013F0}" srcOrd="0" destOrd="4" presId="urn:microsoft.com/office/officeart/2005/8/layout/vList2"/>
    <dgm:cxn modelId="{4D55405B-36FE-44AA-A9F0-389179C1E596}" srcId="{15005605-CE85-4EDC-8DDC-114440F460BD}" destId="{1D2947CD-5C78-40AC-8427-C7905479CD6D}" srcOrd="3" destOrd="0" parTransId="{1D4F6EDF-5A91-4951-AC76-E1EEE1D5CD1E}" sibTransId="{81BF9F8E-1A5E-48B3-BA49-E76D4097BF34}"/>
    <dgm:cxn modelId="{ED901A41-F925-450A-BF41-BE6807CE5CC1}" srcId="{E999CB9B-5802-4C41-B78C-55CCB3BDA64D}" destId="{015FD277-C54B-47E7-A286-A4C0AEAF19C8}" srcOrd="0" destOrd="0" parTransId="{48D38411-26EF-4FBC-A806-7C325F4A29AE}" sibTransId="{A9EE1F21-901A-49E7-A8D2-59A78DDBF0D0}"/>
    <dgm:cxn modelId="{FA43A961-BD1C-4E24-9642-BB4921D56DE0}" type="presOf" srcId="{E999CB9B-5802-4C41-B78C-55CCB3BDA64D}" destId="{A2673BF9-3F3F-41B6-B047-7D976F7EF800}" srcOrd="0" destOrd="0" presId="urn:microsoft.com/office/officeart/2005/8/layout/vList2"/>
    <dgm:cxn modelId="{A09AF341-599D-437C-B66B-D6E540B8ED52}" srcId="{15005605-CE85-4EDC-8DDC-114440F460BD}" destId="{44BA72A5-1816-4687-9525-0450EEE25DB3}" srcOrd="4" destOrd="0" parTransId="{65BD1828-3271-4029-9DE7-52AA17A424D6}" sibTransId="{7817B667-9D7D-44AE-AE2F-FFED830FBCED}"/>
    <dgm:cxn modelId="{19A2E764-BBDD-4CD8-8240-1D8AEEE0A4F7}" type="presOf" srcId="{15005605-CE85-4EDC-8DDC-114440F460BD}" destId="{756AA265-2559-49BD-9409-A9F5D22013F0}" srcOrd="0" destOrd="0" presId="urn:microsoft.com/office/officeart/2005/8/layout/vList2"/>
    <dgm:cxn modelId="{122A266D-B8B3-444F-B63A-387EB0FE4CFD}" srcId="{15005605-CE85-4EDC-8DDC-114440F460BD}" destId="{C60CE123-D243-49D8-B9BC-C94A2418BC9B}" srcOrd="1" destOrd="0" parTransId="{0F2A242D-3355-4051-8BAA-05194C3F2C8B}" sibTransId="{0391A54D-D2BB-4D7A-9238-D1FA0957619C}"/>
    <dgm:cxn modelId="{C4547E4E-2236-4171-8B7A-F6B28005B7ED}" srcId="{1C7B53EA-EEEC-488D-BF4E-670C64BEDFAC}" destId="{734D2307-6B3D-4503-ACE9-EB37EF66A09F}" srcOrd="0" destOrd="0" parTransId="{5C20102F-7D42-4411-920D-5AA6BCA94D2C}" sibTransId="{EB9D3E85-F374-4537-9F08-6A9BCCDF91D6}"/>
    <dgm:cxn modelId="{9AFEB275-E478-4344-8610-60712D71B082}" type="presOf" srcId="{961F0A6A-CE51-43DA-A176-2E78E812DA17}" destId="{756AA265-2559-49BD-9409-A9F5D22013F0}" srcOrd="0" destOrd="1" presId="urn:microsoft.com/office/officeart/2005/8/layout/vList2"/>
    <dgm:cxn modelId="{B8B43088-9634-4E48-AEF4-538F31DDB986}" type="presOf" srcId="{2FF09695-146E-45AC-A97F-F9DDDC607BF1}" destId="{BB709011-1110-45F1-BBD9-796F3EA15AC7}" srcOrd="0" destOrd="0" presId="urn:microsoft.com/office/officeart/2005/8/layout/vList2"/>
    <dgm:cxn modelId="{EA9B4488-B551-4C0A-AC5B-B66A0D49347F}" type="presOf" srcId="{30CD3CB9-A09B-49A8-87AC-B63060F8C7E1}" destId="{0B316E50-DFDD-42BD-81F5-D0651A409D09}" srcOrd="0" destOrd="0" presId="urn:microsoft.com/office/officeart/2005/8/layout/vList2"/>
    <dgm:cxn modelId="{108EB399-0DB5-46B5-AB19-7580DF2541A5}" type="presOf" srcId="{6B56602D-C5ED-4F5F-9472-924E1A073D91}" destId="{23AED455-A1AF-4DDB-9DA7-589F42F0617C}" srcOrd="0" destOrd="0" presId="urn:microsoft.com/office/officeart/2005/8/layout/vList2"/>
    <dgm:cxn modelId="{67613F9F-2195-4032-84B5-3F919AC5B1A5}" type="presOf" srcId="{EB944333-F1AB-41FA-BCAC-005EE56AFD37}" destId="{DCD09F69-F8A0-4B5E-A3EA-E910E989505B}" srcOrd="0" destOrd="0" presId="urn:microsoft.com/office/officeart/2005/8/layout/vList2"/>
    <dgm:cxn modelId="{65CB37AB-90A0-43BD-A32E-A461BDFD126C}" srcId="{734D2307-6B3D-4503-ACE9-EB37EF66A09F}" destId="{15005605-CE85-4EDC-8DDC-114440F460BD}" srcOrd="0" destOrd="0" parTransId="{097A9B9C-7C22-4DE0-B215-CDC7A4A559B3}" sibTransId="{F70300F7-9218-4D68-93A4-925D4AA140FC}"/>
    <dgm:cxn modelId="{3A8DF6AB-FCB1-486D-B1D3-0143DE35CB8F}" type="presOf" srcId="{820BBD7F-F25F-43FA-846F-6FADFC272598}" destId="{6F9700FD-6506-44FF-BC1C-9C0246C354F7}" srcOrd="0" destOrd="0" presId="urn:microsoft.com/office/officeart/2005/8/layout/vList2"/>
    <dgm:cxn modelId="{FBD74FB1-E550-4C3F-B480-E01CA3FAE433}" type="presOf" srcId="{0E06D6B5-13E5-4DA3-9C83-8220B0EE665C}" destId="{756AA265-2559-49BD-9409-A9F5D22013F0}" srcOrd="0" destOrd="3" presId="urn:microsoft.com/office/officeart/2005/8/layout/vList2"/>
    <dgm:cxn modelId="{96EFD6B5-C8EE-4629-B028-F8AD68FAB0C0}" srcId="{30CD3CB9-A09B-49A8-87AC-B63060F8C7E1}" destId="{EB944333-F1AB-41FA-BCAC-005EE56AFD37}" srcOrd="0" destOrd="0" parTransId="{1040E5E7-0C1C-48D3-B62D-39EEE1E45BBE}" sibTransId="{984EF81E-5BB4-461E-8C9D-A7F7A85B6BC5}"/>
    <dgm:cxn modelId="{A0975BCB-33B1-4AEB-84E3-B28C2AA407F4}" type="presOf" srcId="{734D2307-6B3D-4503-ACE9-EB37EF66A09F}" destId="{5E3B6F86-CDD8-4B70-BF21-CC1E9CD99F55}" srcOrd="0" destOrd="0" presId="urn:microsoft.com/office/officeart/2005/8/layout/vList2"/>
    <dgm:cxn modelId="{F22BE5D1-B6B0-4F4E-8004-8B7DCED3EDCF}" srcId="{15005605-CE85-4EDC-8DDC-114440F460BD}" destId="{0E06D6B5-13E5-4DA3-9C83-8220B0EE665C}" srcOrd="2" destOrd="0" parTransId="{E5D2EFDE-96AB-477E-ADFD-A8BDE15EA843}" sibTransId="{CD2EB2A9-F4BC-4988-B82B-CD425E0B3409}"/>
    <dgm:cxn modelId="{0E7826D7-32C6-4213-AB70-35653A00F60A}" type="presOf" srcId="{44BA72A5-1816-4687-9525-0450EEE25DB3}" destId="{756AA265-2559-49BD-9409-A9F5D22013F0}" srcOrd="0" destOrd="5" presId="urn:microsoft.com/office/officeart/2005/8/layout/vList2"/>
    <dgm:cxn modelId="{4ADEBCDE-D1BB-4872-8F2B-06172DEFCF26}" srcId="{1C7B53EA-EEEC-488D-BF4E-670C64BEDFAC}" destId="{6B56602D-C5ED-4F5F-9472-924E1A073D91}" srcOrd="2" destOrd="0" parTransId="{13D6BCD5-48C4-46D4-8526-F283222099E1}" sibTransId="{B0000885-C84E-452D-BF08-753FAB876C53}"/>
    <dgm:cxn modelId="{544F93ED-A9B9-4A2E-BDC1-BD787282E10F}" srcId="{1C7B53EA-EEEC-488D-BF4E-670C64BEDFAC}" destId="{30CD3CB9-A09B-49A8-87AC-B63060F8C7E1}" srcOrd="1" destOrd="0" parTransId="{CCE4283E-C67B-4A09-9F18-A3B4BA015C08}" sibTransId="{35A84364-8D95-4C6A-A565-6830DBF7BFB2}"/>
    <dgm:cxn modelId="{3A5599F1-B712-4636-9317-E44BCE30F2A8}" type="presOf" srcId="{C60CE123-D243-49D8-B9BC-C94A2418BC9B}" destId="{756AA265-2559-49BD-9409-A9F5D22013F0}" srcOrd="0" destOrd="2" presId="urn:microsoft.com/office/officeart/2005/8/layout/vList2"/>
    <dgm:cxn modelId="{EF683AFB-F1D9-4005-B51E-C3BF1A2483E2}" type="presOf" srcId="{5FAC32F4-130E-4E09-BEE4-60D41DA34780}" destId="{ABC91BA1-F969-4241-A309-449408A2E0A5}" srcOrd="0" destOrd="0" presId="urn:microsoft.com/office/officeart/2005/8/layout/vList2"/>
    <dgm:cxn modelId="{17A16FFC-473D-43B6-AA7A-050347B99D31}" srcId="{6B56602D-C5ED-4F5F-9472-924E1A073D91}" destId="{2FF09695-146E-45AC-A97F-F9DDDC607BF1}" srcOrd="0" destOrd="0" parTransId="{295FA6C7-52D5-4418-A5AA-EBBD2E6EBA0B}" sibTransId="{1779ECD4-5CA8-4F90-A273-77715DDDFF5F}"/>
    <dgm:cxn modelId="{4F197BFD-C34D-4885-8A28-2B487C0B7A7E}" type="presOf" srcId="{1C7B53EA-EEEC-488D-BF4E-670C64BEDFAC}" destId="{6C3938B6-4230-4E12-AC10-A71F839ECF87}" srcOrd="0" destOrd="0" presId="urn:microsoft.com/office/officeart/2005/8/layout/vList2"/>
    <dgm:cxn modelId="{863C3895-C221-46C6-8137-C979D9B30FD3}" type="presParOf" srcId="{6C3938B6-4230-4E12-AC10-A71F839ECF87}" destId="{5E3B6F86-CDD8-4B70-BF21-CC1E9CD99F55}" srcOrd="0" destOrd="0" presId="urn:microsoft.com/office/officeart/2005/8/layout/vList2"/>
    <dgm:cxn modelId="{F5E9409D-0D60-420B-BB98-67ACEACD0F3F}" type="presParOf" srcId="{6C3938B6-4230-4E12-AC10-A71F839ECF87}" destId="{756AA265-2559-49BD-9409-A9F5D22013F0}" srcOrd="1" destOrd="0" presId="urn:microsoft.com/office/officeart/2005/8/layout/vList2"/>
    <dgm:cxn modelId="{2A215CD0-BAB6-4BEB-9F32-599940A3CEAA}" type="presParOf" srcId="{6C3938B6-4230-4E12-AC10-A71F839ECF87}" destId="{0B316E50-DFDD-42BD-81F5-D0651A409D09}" srcOrd="2" destOrd="0" presId="urn:microsoft.com/office/officeart/2005/8/layout/vList2"/>
    <dgm:cxn modelId="{BCEA70AE-DFF6-40F4-9BC5-5B44E56FF9EF}" type="presParOf" srcId="{6C3938B6-4230-4E12-AC10-A71F839ECF87}" destId="{DCD09F69-F8A0-4B5E-A3EA-E910E989505B}" srcOrd="3" destOrd="0" presId="urn:microsoft.com/office/officeart/2005/8/layout/vList2"/>
    <dgm:cxn modelId="{7A8EC250-B038-4BA9-884C-3A3CF749A06E}" type="presParOf" srcId="{6C3938B6-4230-4E12-AC10-A71F839ECF87}" destId="{23AED455-A1AF-4DDB-9DA7-589F42F0617C}" srcOrd="4" destOrd="0" presId="urn:microsoft.com/office/officeart/2005/8/layout/vList2"/>
    <dgm:cxn modelId="{CBC7BEEE-0568-4E69-A250-DCDA6065333D}" type="presParOf" srcId="{6C3938B6-4230-4E12-AC10-A71F839ECF87}" destId="{BB709011-1110-45F1-BBD9-796F3EA15AC7}" srcOrd="5" destOrd="0" presId="urn:microsoft.com/office/officeart/2005/8/layout/vList2"/>
    <dgm:cxn modelId="{A47E4D03-056C-4B45-BB35-3B48264A6EC2}" type="presParOf" srcId="{6C3938B6-4230-4E12-AC10-A71F839ECF87}" destId="{6F9700FD-6506-44FF-BC1C-9C0246C354F7}" srcOrd="6" destOrd="0" presId="urn:microsoft.com/office/officeart/2005/8/layout/vList2"/>
    <dgm:cxn modelId="{DE79CE4C-7F07-4FA5-BA4E-8AC78A96EAA0}" type="presParOf" srcId="{6C3938B6-4230-4E12-AC10-A71F839ECF87}" destId="{ABC91BA1-F969-4241-A309-449408A2E0A5}" srcOrd="7" destOrd="0" presId="urn:microsoft.com/office/officeart/2005/8/layout/vList2"/>
    <dgm:cxn modelId="{3C28D02F-0159-4F16-825C-3AD385A19642}" type="presParOf" srcId="{6C3938B6-4230-4E12-AC10-A71F839ECF87}" destId="{A2673BF9-3F3F-41B6-B047-7D976F7EF800}" srcOrd="8" destOrd="0" presId="urn:microsoft.com/office/officeart/2005/8/layout/vList2"/>
    <dgm:cxn modelId="{08F76C75-1CA9-4F95-BA75-560C24C77F62}" type="presParOf" srcId="{6C3938B6-4230-4E12-AC10-A71F839ECF87}" destId="{568A873F-5C4E-4422-99B2-5A6E050C7320}"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116D4BC-D1D3-46A4-8ED5-EA4808E0950D}"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798C6EBF-0921-4B21-BC7D-FD126EB5CA85}">
      <dgm:prSet/>
      <dgm:spPr/>
      <dgm:t>
        <a:bodyPr/>
        <a:lstStyle/>
        <a:p>
          <a:r>
            <a:rPr lang="en-US"/>
            <a:t>Exploitation (e.g. sexual, financial, other)</a:t>
          </a:r>
        </a:p>
      </dgm:t>
    </dgm:pt>
    <dgm:pt modelId="{A364D375-534C-4C71-B2EA-94A8A937D3E7}" type="parTrans" cxnId="{F75F58D9-1979-4845-BFF9-2F9453F74735}">
      <dgm:prSet/>
      <dgm:spPr/>
      <dgm:t>
        <a:bodyPr/>
        <a:lstStyle/>
        <a:p>
          <a:endParaRPr lang="en-US"/>
        </a:p>
      </dgm:t>
    </dgm:pt>
    <dgm:pt modelId="{D5FE6FC7-14D2-468A-8DC4-BBEE1B07BF90}" type="sibTrans" cxnId="{F75F58D9-1979-4845-BFF9-2F9453F74735}">
      <dgm:prSet/>
      <dgm:spPr/>
      <dgm:t>
        <a:bodyPr/>
        <a:lstStyle/>
        <a:p>
          <a:endParaRPr lang="en-US"/>
        </a:p>
      </dgm:t>
    </dgm:pt>
    <dgm:pt modelId="{BBD9D41D-46E6-4413-BBC2-64EA9584E9BC}">
      <dgm:prSet/>
      <dgm:spPr/>
      <dgm:t>
        <a:bodyPr/>
        <a:lstStyle/>
        <a:p>
          <a:r>
            <a:rPr lang="en-US"/>
            <a:t>Loss of reputation</a:t>
          </a:r>
        </a:p>
      </dgm:t>
    </dgm:pt>
    <dgm:pt modelId="{B550210D-9DBD-4767-8430-6A194C36502D}" type="parTrans" cxnId="{2EBA8749-ED06-4828-A6E9-1A0BACDF83EF}">
      <dgm:prSet/>
      <dgm:spPr/>
      <dgm:t>
        <a:bodyPr/>
        <a:lstStyle/>
        <a:p>
          <a:endParaRPr lang="en-US"/>
        </a:p>
      </dgm:t>
    </dgm:pt>
    <dgm:pt modelId="{8EB5E7C3-D839-4174-B376-E7BA13D7D803}" type="sibTrans" cxnId="{2EBA8749-ED06-4828-A6E9-1A0BACDF83EF}">
      <dgm:prSet/>
      <dgm:spPr/>
      <dgm:t>
        <a:bodyPr/>
        <a:lstStyle/>
        <a:p>
          <a:endParaRPr lang="en-US"/>
        </a:p>
      </dgm:t>
    </dgm:pt>
    <dgm:pt modelId="{CACB42E7-5C92-4ACB-A046-C0B867748457}">
      <dgm:prSet/>
      <dgm:spPr/>
      <dgm:t>
        <a:bodyPr/>
        <a:lstStyle/>
        <a:p>
          <a:r>
            <a:rPr lang="en-US"/>
            <a:t>Abuse, neglect</a:t>
          </a:r>
        </a:p>
      </dgm:t>
    </dgm:pt>
    <dgm:pt modelId="{B0A640D8-D338-4E8C-ADBA-AF29BAE30573}" type="parTrans" cxnId="{0A83C06D-9ACB-4AA1-BB53-BDFF3E38615D}">
      <dgm:prSet/>
      <dgm:spPr/>
      <dgm:t>
        <a:bodyPr/>
        <a:lstStyle/>
        <a:p>
          <a:endParaRPr lang="en-US"/>
        </a:p>
      </dgm:t>
    </dgm:pt>
    <dgm:pt modelId="{54B7B5A4-6A86-4933-A5EC-F9FF0CF2794C}" type="sibTrans" cxnId="{0A83C06D-9ACB-4AA1-BB53-BDFF3E38615D}">
      <dgm:prSet/>
      <dgm:spPr/>
      <dgm:t>
        <a:bodyPr/>
        <a:lstStyle/>
        <a:p>
          <a:endParaRPr lang="en-US"/>
        </a:p>
      </dgm:t>
    </dgm:pt>
    <dgm:pt modelId="{41FD799E-0552-4780-9DDB-EE687C387D4B}">
      <dgm:prSet/>
      <dgm:spPr/>
      <dgm:t>
        <a:bodyPr/>
        <a:lstStyle/>
        <a:p>
          <a:r>
            <a:rPr lang="en-US"/>
            <a:t>Homelessness</a:t>
          </a:r>
        </a:p>
      </dgm:t>
    </dgm:pt>
    <dgm:pt modelId="{CCE635DB-6E81-41EA-A4F9-DF5FC4EDB960}" type="parTrans" cxnId="{0B7FAA9F-C3F2-44FB-8C02-EB695E462937}">
      <dgm:prSet/>
      <dgm:spPr/>
      <dgm:t>
        <a:bodyPr/>
        <a:lstStyle/>
        <a:p>
          <a:endParaRPr lang="en-US"/>
        </a:p>
      </dgm:t>
    </dgm:pt>
    <dgm:pt modelId="{99A951D1-CB31-4B73-B81A-0C16F0D6F0EC}" type="sibTrans" cxnId="{0B7FAA9F-C3F2-44FB-8C02-EB695E462937}">
      <dgm:prSet/>
      <dgm:spPr/>
      <dgm:t>
        <a:bodyPr/>
        <a:lstStyle/>
        <a:p>
          <a:endParaRPr lang="en-US"/>
        </a:p>
      </dgm:t>
    </dgm:pt>
    <dgm:pt modelId="{4F28094B-114B-4A9D-A8A6-5647659BDBB0}">
      <dgm:prSet/>
      <dgm:spPr/>
      <dgm:t>
        <a:bodyPr/>
        <a:lstStyle/>
        <a:p>
          <a:r>
            <a:rPr lang="en-US"/>
            <a:t>Domestic violence</a:t>
          </a:r>
        </a:p>
      </dgm:t>
    </dgm:pt>
    <dgm:pt modelId="{2F4941E2-9358-4918-B963-8588882CD963}" type="parTrans" cxnId="{CFDE4831-9403-4CB9-98E7-928BA4F854BA}">
      <dgm:prSet/>
      <dgm:spPr/>
      <dgm:t>
        <a:bodyPr/>
        <a:lstStyle/>
        <a:p>
          <a:endParaRPr lang="en-US"/>
        </a:p>
      </dgm:t>
    </dgm:pt>
    <dgm:pt modelId="{3E130634-585A-4FB2-B83F-8063E43CB986}" type="sibTrans" cxnId="{CFDE4831-9403-4CB9-98E7-928BA4F854BA}">
      <dgm:prSet/>
      <dgm:spPr/>
      <dgm:t>
        <a:bodyPr/>
        <a:lstStyle/>
        <a:p>
          <a:endParaRPr lang="en-US"/>
        </a:p>
      </dgm:t>
    </dgm:pt>
    <dgm:pt modelId="{4EEC0DE9-C5A2-4734-AF90-0F5EC5F37F29}">
      <dgm:prSet/>
      <dgm:spPr/>
      <dgm:t>
        <a:bodyPr/>
        <a:lstStyle/>
        <a:p>
          <a:r>
            <a:rPr lang="en-US" dirty="0"/>
            <a:t>Falls</a:t>
          </a:r>
        </a:p>
      </dgm:t>
    </dgm:pt>
    <dgm:pt modelId="{71A8E7D2-196D-4382-8B76-332C59E11514}" type="parTrans" cxnId="{7305B49C-BABD-4121-A66A-DBDB803B0179}">
      <dgm:prSet/>
      <dgm:spPr/>
      <dgm:t>
        <a:bodyPr/>
        <a:lstStyle/>
        <a:p>
          <a:endParaRPr lang="en-US"/>
        </a:p>
      </dgm:t>
    </dgm:pt>
    <dgm:pt modelId="{2A3353AB-5C59-4BFE-8667-9F06D54FDDFE}" type="sibTrans" cxnId="{7305B49C-BABD-4121-A66A-DBDB803B0179}">
      <dgm:prSet/>
      <dgm:spPr/>
      <dgm:t>
        <a:bodyPr/>
        <a:lstStyle/>
        <a:p>
          <a:endParaRPr lang="en-US"/>
        </a:p>
      </dgm:t>
    </dgm:pt>
    <dgm:pt modelId="{FE851AB7-C080-4158-AF48-558790700893}">
      <dgm:prSet/>
      <dgm:spPr/>
      <dgm:t>
        <a:bodyPr/>
        <a:lstStyle/>
        <a:p>
          <a:r>
            <a:rPr lang="en-US"/>
            <a:t>Loss of independence </a:t>
          </a:r>
        </a:p>
      </dgm:t>
    </dgm:pt>
    <dgm:pt modelId="{5A176122-7732-4C71-A4B6-090E4C2C39D9}" type="parTrans" cxnId="{9AB99264-A708-42CB-88A4-F7198D9C3531}">
      <dgm:prSet/>
      <dgm:spPr/>
      <dgm:t>
        <a:bodyPr/>
        <a:lstStyle/>
        <a:p>
          <a:endParaRPr lang="en-US"/>
        </a:p>
      </dgm:t>
    </dgm:pt>
    <dgm:pt modelId="{C4515A2D-37EE-44B9-AAA5-DBAECF5CB110}" type="sibTrans" cxnId="{9AB99264-A708-42CB-88A4-F7198D9C3531}">
      <dgm:prSet/>
      <dgm:spPr/>
      <dgm:t>
        <a:bodyPr/>
        <a:lstStyle/>
        <a:p>
          <a:endParaRPr lang="en-US"/>
        </a:p>
      </dgm:t>
    </dgm:pt>
    <dgm:pt modelId="{F1584981-918B-4385-8922-9622FAA71F46}">
      <dgm:prSet/>
      <dgm:spPr/>
      <dgm:t>
        <a:bodyPr/>
        <a:lstStyle/>
        <a:p>
          <a:r>
            <a:rPr lang="en-US"/>
            <a:t>Pet safety</a:t>
          </a:r>
        </a:p>
      </dgm:t>
    </dgm:pt>
    <dgm:pt modelId="{7A93DCC5-B204-412C-BF2B-3FB3DB8D17FC}" type="parTrans" cxnId="{6DCA88C3-0316-4981-9FC8-51D4502EADC1}">
      <dgm:prSet/>
      <dgm:spPr/>
      <dgm:t>
        <a:bodyPr/>
        <a:lstStyle/>
        <a:p>
          <a:endParaRPr lang="en-US"/>
        </a:p>
      </dgm:t>
    </dgm:pt>
    <dgm:pt modelId="{0A93A185-1857-463F-A4A4-E4B442682997}" type="sibTrans" cxnId="{6DCA88C3-0316-4981-9FC8-51D4502EADC1}">
      <dgm:prSet/>
      <dgm:spPr/>
      <dgm:t>
        <a:bodyPr/>
        <a:lstStyle/>
        <a:p>
          <a:endParaRPr lang="en-US"/>
        </a:p>
      </dgm:t>
    </dgm:pt>
    <dgm:pt modelId="{52072520-24EF-4235-9C6B-83F887D30910}">
      <dgm:prSet/>
      <dgm:spPr/>
      <dgm:t>
        <a:bodyPr/>
        <a:lstStyle/>
        <a:p>
          <a:r>
            <a:rPr lang="en-US"/>
            <a:t>Child safety</a:t>
          </a:r>
        </a:p>
      </dgm:t>
    </dgm:pt>
    <dgm:pt modelId="{6DC129ED-B536-42D2-AA07-E2691838B8ED}" type="parTrans" cxnId="{9698CAB4-CF0F-408E-BD12-B38BB6FEEFED}">
      <dgm:prSet/>
      <dgm:spPr/>
      <dgm:t>
        <a:bodyPr/>
        <a:lstStyle/>
        <a:p>
          <a:endParaRPr lang="en-US"/>
        </a:p>
      </dgm:t>
    </dgm:pt>
    <dgm:pt modelId="{D4E531B8-923D-4568-8B6D-600B92F01267}" type="sibTrans" cxnId="{9698CAB4-CF0F-408E-BD12-B38BB6FEEFED}">
      <dgm:prSet/>
      <dgm:spPr/>
      <dgm:t>
        <a:bodyPr/>
        <a:lstStyle/>
        <a:p>
          <a:endParaRPr lang="en-US"/>
        </a:p>
      </dgm:t>
    </dgm:pt>
    <dgm:pt modelId="{F8F8C1F0-2F77-4DF9-9DB1-D6E9D5E8FA4D}">
      <dgm:prSet/>
      <dgm:spPr/>
      <dgm:t>
        <a:bodyPr/>
        <a:lstStyle/>
        <a:p>
          <a:r>
            <a:rPr lang="en-US"/>
            <a:t>Leaving care prematurely</a:t>
          </a:r>
        </a:p>
      </dgm:t>
    </dgm:pt>
    <dgm:pt modelId="{8A78F6D6-0290-495D-B620-978F35EB7290}" type="parTrans" cxnId="{42A192BD-DC1B-451C-99D1-ADA7200ED229}">
      <dgm:prSet/>
      <dgm:spPr/>
      <dgm:t>
        <a:bodyPr/>
        <a:lstStyle/>
        <a:p>
          <a:endParaRPr lang="en-US"/>
        </a:p>
      </dgm:t>
    </dgm:pt>
    <dgm:pt modelId="{2D905E7C-2F6A-4A0E-8A86-12739207F23C}" type="sibTrans" cxnId="{42A192BD-DC1B-451C-99D1-ADA7200ED229}">
      <dgm:prSet/>
      <dgm:spPr/>
      <dgm:t>
        <a:bodyPr/>
        <a:lstStyle/>
        <a:p>
          <a:endParaRPr lang="en-US"/>
        </a:p>
      </dgm:t>
    </dgm:pt>
    <dgm:pt modelId="{7954730C-9E47-43CD-AF8F-6551E4C8A724}">
      <dgm:prSet/>
      <dgm:spPr/>
      <dgm:t>
        <a:bodyPr/>
        <a:lstStyle/>
        <a:p>
          <a:r>
            <a:rPr lang="en-US"/>
            <a:t>Command hallucinations</a:t>
          </a:r>
        </a:p>
      </dgm:t>
    </dgm:pt>
    <dgm:pt modelId="{86FC1E5F-1BC2-43DC-BF4F-62B19B9D3B3B}" type="parTrans" cxnId="{0CA1A0A1-A3DC-4354-97AC-54DEB1E257B0}">
      <dgm:prSet/>
      <dgm:spPr/>
      <dgm:t>
        <a:bodyPr/>
        <a:lstStyle/>
        <a:p>
          <a:endParaRPr lang="en-US"/>
        </a:p>
      </dgm:t>
    </dgm:pt>
    <dgm:pt modelId="{421516DB-BBAA-484E-B822-ED48925312E7}" type="sibTrans" cxnId="{0CA1A0A1-A3DC-4354-97AC-54DEB1E257B0}">
      <dgm:prSet/>
      <dgm:spPr/>
      <dgm:t>
        <a:bodyPr/>
        <a:lstStyle/>
        <a:p>
          <a:endParaRPr lang="en-US"/>
        </a:p>
      </dgm:t>
    </dgm:pt>
    <dgm:pt modelId="{11312034-2438-4D4B-A5B7-E2BA3ABCCDDC}" type="pres">
      <dgm:prSet presAssocID="{4116D4BC-D1D3-46A4-8ED5-EA4808E0950D}" presName="diagram" presStyleCnt="0">
        <dgm:presLayoutVars>
          <dgm:dir/>
          <dgm:resizeHandles val="exact"/>
        </dgm:presLayoutVars>
      </dgm:prSet>
      <dgm:spPr/>
    </dgm:pt>
    <dgm:pt modelId="{E4108E32-2A8C-4414-AAAF-13452CA98A22}" type="pres">
      <dgm:prSet presAssocID="{798C6EBF-0921-4B21-BC7D-FD126EB5CA85}" presName="node" presStyleLbl="node1" presStyleIdx="0" presStyleCnt="11">
        <dgm:presLayoutVars>
          <dgm:bulletEnabled val="1"/>
        </dgm:presLayoutVars>
      </dgm:prSet>
      <dgm:spPr/>
    </dgm:pt>
    <dgm:pt modelId="{278E9622-8C1E-43E6-A52B-1D552F17D154}" type="pres">
      <dgm:prSet presAssocID="{D5FE6FC7-14D2-468A-8DC4-BBEE1B07BF90}" presName="sibTrans" presStyleCnt="0"/>
      <dgm:spPr/>
    </dgm:pt>
    <dgm:pt modelId="{6477BC10-9178-4F7F-8C39-E93D292165A9}" type="pres">
      <dgm:prSet presAssocID="{BBD9D41D-46E6-4413-BBC2-64EA9584E9BC}" presName="node" presStyleLbl="node1" presStyleIdx="1" presStyleCnt="11">
        <dgm:presLayoutVars>
          <dgm:bulletEnabled val="1"/>
        </dgm:presLayoutVars>
      </dgm:prSet>
      <dgm:spPr/>
    </dgm:pt>
    <dgm:pt modelId="{36FE3F87-F814-434F-8C49-ADB06550B75B}" type="pres">
      <dgm:prSet presAssocID="{8EB5E7C3-D839-4174-B376-E7BA13D7D803}" presName="sibTrans" presStyleCnt="0"/>
      <dgm:spPr/>
    </dgm:pt>
    <dgm:pt modelId="{B807D3DE-EEDE-4676-A4AC-ED72EC49BABC}" type="pres">
      <dgm:prSet presAssocID="{CACB42E7-5C92-4ACB-A046-C0B867748457}" presName="node" presStyleLbl="node1" presStyleIdx="2" presStyleCnt="11">
        <dgm:presLayoutVars>
          <dgm:bulletEnabled val="1"/>
        </dgm:presLayoutVars>
      </dgm:prSet>
      <dgm:spPr/>
    </dgm:pt>
    <dgm:pt modelId="{933BD992-D9D9-4630-BE62-F5A337909078}" type="pres">
      <dgm:prSet presAssocID="{54B7B5A4-6A86-4933-A5EC-F9FF0CF2794C}" presName="sibTrans" presStyleCnt="0"/>
      <dgm:spPr/>
    </dgm:pt>
    <dgm:pt modelId="{D8333265-9395-4B62-9045-769C15486EE2}" type="pres">
      <dgm:prSet presAssocID="{41FD799E-0552-4780-9DDB-EE687C387D4B}" presName="node" presStyleLbl="node1" presStyleIdx="3" presStyleCnt="11">
        <dgm:presLayoutVars>
          <dgm:bulletEnabled val="1"/>
        </dgm:presLayoutVars>
      </dgm:prSet>
      <dgm:spPr/>
    </dgm:pt>
    <dgm:pt modelId="{771960CF-0BB2-4696-B428-512378E67D39}" type="pres">
      <dgm:prSet presAssocID="{99A951D1-CB31-4B73-B81A-0C16F0D6F0EC}" presName="sibTrans" presStyleCnt="0"/>
      <dgm:spPr/>
    </dgm:pt>
    <dgm:pt modelId="{CDF5EC4F-0903-4BD2-834D-0DA41E796689}" type="pres">
      <dgm:prSet presAssocID="{4F28094B-114B-4A9D-A8A6-5647659BDBB0}" presName="node" presStyleLbl="node1" presStyleIdx="4" presStyleCnt="11">
        <dgm:presLayoutVars>
          <dgm:bulletEnabled val="1"/>
        </dgm:presLayoutVars>
      </dgm:prSet>
      <dgm:spPr/>
    </dgm:pt>
    <dgm:pt modelId="{452CD3C4-E69C-4220-9026-A52F2175DD79}" type="pres">
      <dgm:prSet presAssocID="{3E130634-585A-4FB2-B83F-8063E43CB986}" presName="sibTrans" presStyleCnt="0"/>
      <dgm:spPr/>
    </dgm:pt>
    <dgm:pt modelId="{5EE41493-733B-45E8-A72D-D68A24E7B324}" type="pres">
      <dgm:prSet presAssocID="{4EEC0DE9-C5A2-4734-AF90-0F5EC5F37F29}" presName="node" presStyleLbl="node1" presStyleIdx="5" presStyleCnt="11">
        <dgm:presLayoutVars>
          <dgm:bulletEnabled val="1"/>
        </dgm:presLayoutVars>
      </dgm:prSet>
      <dgm:spPr/>
    </dgm:pt>
    <dgm:pt modelId="{ED38E7FE-BDA3-4C15-B08D-701A2E675C07}" type="pres">
      <dgm:prSet presAssocID="{2A3353AB-5C59-4BFE-8667-9F06D54FDDFE}" presName="sibTrans" presStyleCnt="0"/>
      <dgm:spPr/>
    </dgm:pt>
    <dgm:pt modelId="{3121B4C4-D9DD-44C1-A187-7E4A4DB90AD5}" type="pres">
      <dgm:prSet presAssocID="{FE851AB7-C080-4158-AF48-558790700893}" presName="node" presStyleLbl="node1" presStyleIdx="6" presStyleCnt="11">
        <dgm:presLayoutVars>
          <dgm:bulletEnabled val="1"/>
        </dgm:presLayoutVars>
      </dgm:prSet>
      <dgm:spPr/>
    </dgm:pt>
    <dgm:pt modelId="{67FA6E49-707A-4D61-9772-7474B16C28F4}" type="pres">
      <dgm:prSet presAssocID="{C4515A2D-37EE-44B9-AAA5-DBAECF5CB110}" presName="sibTrans" presStyleCnt="0"/>
      <dgm:spPr/>
    </dgm:pt>
    <dgm:pt modelId="{36531782-1199-4A4C-BB54-1CA5AB9AE84A}" type="pres">
      <dgm:prSet presAssocID="{F1584981-918B-4385-8922-9622FAA71F46}" presName="node" presStyleLbl="node1" presStyleIdx="7" presStyleCnt="11">
        <dgm:presLayoutVars>
          <dgm:bulletEnabled val="1"/>
        </dgm:presLayoutVars>
      </dgm:prSet>
      <dgm:spPr/>
    </dgm:pt>
    <dgm:pt modelId="{D0B45B7A-7EAC-4748-9007-40B1A6AE6B62}" type="pres">
      <dgm:prSet presAssocID="{0A93A185-1857-463F-A4A4-E4B442682997}" presName="sibTrans" presStyleCnt="0"/>
      <dgm:spPr/>
    </dgm:pt>
    <dgm:pt modelId="{388EAA0D-506C-4C1B-AFF5-C1AE6A90C823}" type="pres">
      <dgm:prSet presAssocID="{52072520-24EF-4235-9C6B-83F887D30910}" presName="node" presStyleLbl="node1" presStyleIdx="8" presStyleCnt="11">
        <dgm:presLayoutVars>
          <dgm:bulletEnabled val="1"/>
        </dgm:presLayoutVars>
      </dgm:prSet>
      <dgm:spPr/>
    </dgm:pt>
    <dgm:pt modelId="{CF355677-B0CA-4BFD-9E25-D5ECA6B81408}" type="pres">
      <dgm:prSet presAssocID="{D4E531B8-923D-4568-8B6D-600B92F01267}" presName="sibTrans" presStyleCnt="0"/>
      <dgm:spPr/>
    </dgm:pt>
    <dgm:pt modelId="{2433AC6D-497C-4DF7-850A-4FEBF67FCE07}" type="pres">
      <dgm:prSet presAssocID="{F8F8C1F0-2F77-4DF9-9DB1-D6E9D5E8FA4D}" presName="node" presStyleLbl="node1" presStyleIdx="9" presStyleCnt="11">
        <dgm:presLayoutVars>
          <dgm:bulletEnabled val="1"/>
        </dgm:presLayoutVars>
      </dgm:prSet>
      <dgm:spPr/>
    </dgm:pt>
    <dgm:pt modelId="{9B5FCC0C-1961-4B69-89F5-1722A06AF24A}" type="pres">
      <dgm:prSet presAssocID="{2D905E7C-2F6A-4A0E-8A86-12739207F23C}" presName="sibTrans" presStyleCnt="0"/>
      <dgm:spPr/>
    </dgm:pt>
    <dgm:pt modelId="{3091990E-6DB2-4508-937E-2658F556B7FC}" type="pres">
      <dgm:prSet presAssocID="{7954730C-9E47-43CD-AF8F-6551E4C8A724}" presName="node" presStyleLbl="node1" presStyleIdx="10" presStyleCnt="11">
        <dgm:presLayoutVars>
          <dgm:bulletEnabled val="1"/>
        </dgm:presLayoutVars>
      </dgm:prSet>
      <dgm:spPr/>
    </dgm:pt>
  </dgm:ptLst>
  <dgm:cxnLst>
    <dgm:cxn modelId="{CC60DD00-D9A1-43D4-A64F-DA5C3D1CF7E5}" type="presOf" srcId="{BBD9D41D-46E6-4413-BBC2-64EA9584E9BC}" destId="{6477BC10-9178-4F7F-8C39-E93D292165A9}" srcOrd="0" destOrd="0" presId="urn:microsoft.com/office/officeart/2005/8/layout/default"/>
    <dgm:cxn modelId="{17C06E03-8C5E-4C76-81F1-A7ABD2DE485C}" type="presOf" srcId="{4116D4BC-D1D3-46A4-8ED5-EA4808E0950D}" destId="{11312034-2438-4D4B-A5B7-E2BA3ABCCDDC}" srcOrd="0" destOrd="0" presId="urn:microsoft.com/office/officeart/2005/8/layout/default"/>
    <dgm:cxn modelId="{66FFAE23-5B27-4D75-A281-AFC2696BBFB5}" type="presOf" srcId="{798C6EBF-0921-4B21-BC7D-FD126EB5CA85}" destId="{E4108E32-2A8C-4414-AAAF-13452CA98A22}" srcOrd="0" destOrd="0" presId="urn:microsoft.com/office/officeart/2005/8/layout/default"/>
    <dgm:cxn modelId="{46C06F24-07EC-4005-8BD2-6B37E36C60D4}" type="presOf" srcId="{41FD799E-0552-4780-9DDB-EE687C387D4B}" destId="{D8333265-9395-4B62-9045-769C15486EE2}" srcOrd="0" destOrd="0" presId="urn:microsoft.com/office/officeart/2005/8/layout/default"/>
    <dgm:cxn modelId="{CFDE4831-9403-4CB9-98E7-928BA4F854BA}" srcId="{4116D4BC-D1D3-46A4-8ED5-EA4808E0950D}" destId="{4F28094B-114B-4A9D-A8A6-5647659BDBB0}" srcOrd="4" destOrd="0" parTransId="{2F4941E2-9358-4918-B963-8588882CD963}" sibTransId="{3E130634-585A-4FB2-B83F-8063E43CB986}"/>
    <dgm:cxn modelId="{091DE437-AC21-4B32-98FA-81E6AF8085F4}" type="presOf" srcId="{7954730C-9E47-43CD-AF8F-6551E4C8A724}" destId="{3091990E-6DB2-4508-937E-2658F556B7FC}" srcOrd="0" destOrd="0" presId="urn:microsoft.com/office/officeart/2005/8/layout/default"/>
    <dgm:cxn modelId="{CA4BAA60-87FD-41E7-8742-B601E5C28B49}" type="presOf" srcId="{52072520-24EF-4235-9C6B-83F887D30910}" destId="{388EAA0D-506C-4C1B-AFF5-C1AE6A90C823}" srcOrd="0" destOrd="0" presId="urn:microsoft.com/office/officeart/2005/8/layout/default"/>
    <dgm:cxn modelId="{C9589B42-9A5C-445D-8B0D-FE553018751C}" type="presOf" srcId="{4EEC0DE9-C5A2-4734-AF90-0F5EC5F37F29}" destId="{5EE41493-733B-45E8-A72D-D68A24E7B324}" srcOrd="0" destOrd="0" presId="urn:microsoft.com/office/officeart/2005/8/layout/default"/>
    <dgm:cxn modelId="{9AB99264-A708-42CB-88A4-F7198D9C3531}" srcId="{4116D4BC-D1D3-46A4-8ED5-EA4808E0950D}" destId="{FE851AB7-C080-4158-AF48-558790700893}" srcOrd="6" destOrd="0" parTransId="{5A176122-7732-4C71-A4B6-090E4C2C39D9}" sibTransId="{C4515A2D-37EE-44B9-AAA5-DBAECF5CB110}"/>
    <dgm:cxn modelId="{2EBA8749-ED06-4828-A6E9-1A0BACDF83EF}" srcId="{4116D4BC-D1D3-46A4-8ED5-EA4808E0950D}" destId="{BBD9D41D-46E6-4413-BBC2-64EA9584E9BC}" srcOrd="1" destOrd="0" parTransId="{B550210D-9DBD-4767-8430-6A194C36502D}" sibTransId="{8EB5E7C3-D839-4174-B376-E7BA13D7D803}"/>
    <dgm:cxn modelId="{C6CB8E4B-6ABC-4D3F-851A-591CA662738A}" type="presOf" srcId="{F1584981-918B-4385-8922-9622FAA71F46}" destId="{36531782-1199-4A4C-BB54-1CA5AB9AE84A}" srcOrd="0" destOrd="0" presId="urn:microsoft.com/office/officeart/2005/8/layout/default"/>
    <dgm:cxn modelId="{0A83C06D-9ACB-4AA1-BB53-BDFF3E38615D}" srcId="{4116D4BC-D1D3-46A4-8ED5-EA4808E0950D}" destId="{CACB42E7-5C92-4ACB-A046-C0B867748457}" srcOrd="2" destOrd="0" parTransId="{B0A640D8-D338-4E8C-ADBA-AF29BAE30573}" sibTransId="{54B7B5A4-6A86-4933-A5EC-F9FF0CF2794C}"/>
    <dgm:cxn modelId="{2D3D1B7E-9CC8-4346-95FA-1B9A3AE6B837}" type="presOf" srcId="{F8F8C1F0-2F77-4DF9-9DB1-D6E9D5E8FA4D}" destId="{2433AC6D-497C-4DF7-850A-4FEBF67FCE07}" srcOrd="0" destOrd="0" presId="urn:microsoft.com/office/officeart/2005/8/layout/default"/>
    <dgm:cxn modelId="{7305B49C-BABD-4121-A66A-DBDB803B0179}" srcId="{4116D4BC-D1D3-46A4-8ED5-EA4808E0950D}" destId="{4EEC0DE9-C5A2-4734-AF90-0F5EC5F37F29}" srcOrd="5" destOrd="0" parTransId="{71A8E7D2-196D-4382-8B76-332C59E11514}" sibTransId="{2A3353AB-5C59-4BFE-8667-9F06D54FDDFE}"/>
    <dgm:cxn modelId="{0B7FAA9F-C3F2-44FB-8C02-EB695E462937}" srcId="{4116D4BC-D1D3-46A4-8ED5-EA4808E0950D}" destId="{41FD799E-0552-4780-9DDB-EE687C387D4B}" srcOrd="3" destOrd="0" parTransId="{CCE635DB-6E81-41EA-A4F9-DF5FC4EDB960}" sibTransId="{99A951D1-CB31-4B73-B81A-0C16F0D6F0EC}"/>
    <dgm:cxn modelId="{0CA1A0A1-A3DC-4354-97AC-54DEB1E257B0}" srcId="{4116D4BC-D1D3-46A4-8ED5-EA4808E0950D}" destId="{7954730C-9E47-43CD-AF8F-6551E4C8A724}" srcOrd="10" destOrd="0" parTransId="{86FC1E5F-1BC2-43DC-BF4F-62B19B9D3B3B}" sibTransId="{421516DB-BBAA-484E-B822-ED48925312E7}"/>
    <dgm:cxn modelId="{C9C2EBB2-6086-45EB-AE48-F1C2ECB64722}" type="presOf" srcId="{4F28094B-114B-4A9D-A8A6-5647659BDBB0}" destId="{CDF5EC4F-0903-4BD2-834D-0DA41E796689}" srcOrd="0" destOrd="0" presId="urn:microsoft.com/office/officeart/2005/8/layout/default"/>
    <dgm:cxn modelId="{9698CAB4-CF0F-408E-BD12-B38BB6FEEFED}" srcId="{4116D4BC-D1D3-46A4-8ED5-EA4808E0950D}" destId="{52072520-24EF-4235-9C6B-83F887D30910}" srcOrd="8" destOrd="0" parTransId="{6DC129ED-B536-42D2-AA07-E2691838B8ED}" sibTransId="{D4E531B8-923D-4568-8B6D-600B92F01267}"/>
    <dgm:cxn modelId="{42A192BD-DC1B-451C-99D1-ADA7200ED229}" srcId="{4116D4BC-D1D3-46A4-8ED5-EA4808E0950D}" destId="{F8F8C1F0-2F77-4DF9-9DB1-D6E9D5E8FA4D}" srcOrd="9" destOrd="0" parTransId="{8A78F6D6-0290-495D-B620-978F35EB7290}" sibTransId="{2D905E7C-2F6A-4A0E-8A86-12739207F23C}"/>
    <dgm:cxn modelId="{6DCA88C3-0316-4981-9FC8-51D4502EADC1}" srcId="{4116D4BC-D1D3-46A4-8ED5-EA4808E0950D}" destId="{F1584981-918B-4385-8922-9622FAA71F46}" srcOrd="7" destOrd="0" parTransId="{7A93DCC5-B204-412C-BF2B-3FB3DB8D17FC}" sibTransId="{0A93A185-1857-463F-A4A4-E4B442682997}"/>
    <dgm:cxn modelId="{F75F58D9-1979-4845-BFF9-2F9453F74735}" srcId="{4116D4BC-D1D3-46A4-8ED5-EA4808E0950D}" destId="{798C6EBF-0921-4B21-BC7D-FD126EB5CA85}" srcOrd="0" destOrd="0" parTransId="{A364D375-534C-4C71-B2EA-94A8A937D3E7}" sibTransId="{D5FE6FC7-14D2-468A-8DC4-BBEE1B07BF90}"/>
    <dgm:cxn modelId="{62427DDF-243E-4CEF-B4C5-E95A8C4DA835}" type="presOf" srcId="{CACB42E7-5C92-4ACB-A046-C0B867748457}" destId="{B807D3DE-EEDE-4676-A4AC-ED72EC49BABC}" srcOrd="0" destOrd="0" presId="urn:microsoft.com/office/officeart/2005/8/layout/default"/>
    <dgm:cxn modelId="{71E862F8-E194-4A12-BAC6-19DDE03EA07D}" type="presOf" srcId="{FE851AB7-C080-4158-AF48-558790700893}" destId="{3121B4C4-D9DD-44C1-A187-7E4A4DB90AD5}" srcOrd="0" destOrd="0" presId="urn:microsoft.com/office/officeart/2005/8/layout/default"/>
    <dgm:cxn modelId="{217F217E-F222-47D0-B820-7D99A55A0AFC}" type="presParOf" srcId="{11312034-2438-4D4B-A5B7-E2BA3ABCCDDC}" destId="{E4108E32-2A8C-4414-AAAF-13452CA98A22}" srcOrd="0" destOrd="0" presId="urn:microsoft.com/office/officeart/2005/8/layout/default"/>
    <dgm:cxn modelId="{7BC76786-1600-4842-9796-01DF52B9303D}" type="presParOf" srcId="{11312034-2438-4D4B-A5B7-E2BA3ABCCDDC}" destId="{278E9622-8C1E-43E6-A52B-1D552F17D154}" srcOrd="1" destOrd="0" presId="urn:microsoft.com/office/officeart/2005/8/layout/default"/>
    <dgm:cxn modelId="{604ECD5F-F88C-46A6-93D2-010E02EB31CE}" type="presParOf" srcId="{11312034-2438-4D4B-A5B7-E2BA3ABCCDDC}" destId="{6477BC10-9178-4F7F-8C39-E93D292165A9}" srcOrd="2" destOrd="0" presId="urn:microsoft.com/office/officeart/2005/8/layout/default"/>
    <dgm:cxn modelId="{E71FB81B-A7EE-40EC-B7DE-D11CB833CCAA}" type="presParOf" srcId="{11312034-2438-4D4B-A5B7-E2BA3ABCCDDC}" destId="{36FE3F87-F814-434F-8C49-ADB06550B75B}" srcOrd="3" destOrd="0" presId="urn:microsoft.com/office/officeart/2005/8/layout/default"/>
    <dgm:cxn modelId="{E192C715-3F43-470B-B3ED-9153C04FFCD4}" type="presParOf" srcId="{11312034-2438-4D4B-A5B7-E2BA3ABCCDDC}" destId="{B807D3DE-EEDE-4676-A4AC-ED72EC49BABC}" srcOrd="4" destOrd="0" presId="urn:microsoft.com/office/officeart/2005/8/layout/default"/>
    <dgm:cxn modelId="{C6832319-06A4-46A2-8D58-81F0159B6026}" type="presParOf" srcId="{11312034-2438-4D4B-A5B7-E2BA3ABCCDDC}" destId="{933BD992-D9D9-4630-BE62-F5A337909078}" srcOrd="5" destOrd="0" presId="urn:microsoft.com/office/officeart/2005/8/layout/default"/>
    <dgm:cxn modelId="{C34E3B7C-D7DF-48C6-B7C4-8246934DC41A}" type="presParOf" srcId="{11312034-2438-4D4B-A5B7-E2BA3ABCCDDC}" destId="{D8333265-9395-4B62-9045-769C15486EE2}" srcOrd="6" destOrd="0" presId="urn:microsoft.com/office/officeart/2005/8/layout/default"/>
    <dgm:cxn modelId="{916C3C5B-9F62-4DF3-B1F0-42DBFCBE599A}" type="presParOf" srcId="{11312034-2438-4D4B-A5B7-E2BA3ABCCDDC}" destId="{771960CF-0BB2-4696-B428-512378E67D39}" srcOrd="7" destOrd="0" presId="urn:microsoft.com/office/officeart/2005/8/layout/default"/>
    <dgm:cxn modelId="{8149B147-BFDD-4517-A306-28FD72A077EB}" type="presParOf" srcId="{11312034-2438-4D4B-A5B7-E2BA3ABCCDDC}" destId="{CDF5EC4F-0903-4BD2-834D-0DA41E796689}" srcOrd="8" destOrd="0" presId="urn:microsoft.com/office/officeart/2005/8/layout/default"/>
    <dgm:cxn modelId="{3BC99B24-D065-4C19-BD8E-87FF546C0251}" type="presParOf" srcId="{11312034-2438-4D4B-A5B7-E2BA3ABCCDDC}" destId="{452CD3C4-E69C-4220-9026-A52F2175DD79}" srcOrd="9" destOrd="0" presId="urn:microsoft.com/office/officeart/2005/8/layout/default"/>
    <dgm:cxn modelId="{AF63C648-ECA0-4471-B60A-AF1DC76CD894}" type="presParOf" srcId="{11312034-2438-4D4B-A5B7-E2BA3ABCCDDC}" destId="{5EE41493-733B-45E8-A72D-D68A24E7B324}" srcOrd="10" destOrd="0" presId="urn:microsoft.com/office/officeart/2005/8/layout/default"/>
    <dgm:cxn modelId="{14D8E377-87CE-4B6D-BCFA-410CC6AC0B67}" type="presParOf" srcId="{11312034-2438-4D4B-A5B7-E2BA3ABCCDDC}" destId="{ED38E7FE-BDA3-4C15-B08D-701A2E675C07}" srcOrd="11" destOrd="0" presId="urn:microsoft.com/office/officeart/2005/8/layout/default"/>
    <dgm:cxn modelId="{564FBFCD-0EFB-43D4-A681-73E7B28F9F32}" type="presParOf" srcId="{11312034-2438-4D4B-A5B7-E2BA3ABCCDDC}" destId="{3121B4C4-D9DD-44C1-A187-7E4A4DB90AD5}" srcOrd="12" destOrd="0" presId="urn:microsoft.com/office/officeart/2005/8/layout/default"/>
    <dgm:cxn modelId="{1C041C54-24A3-42CB-999C-043125A01362}" type="presParOf" srcId="{11312034-2438-4D4B-A5B7-E2BA3ABCCDDC}" destId="{67FA6E49-707A-4D61-9772-7474B16C28F4}" srcOrd="13" destOrd="0" presId="urn:microsoft.com/office/officeart/2005/8/layout/default"/>
    <dgm:cxn modelId="{DD37FF66-5D70-441F-B88B-E2574B99FB5B}" type="presParOf" srcId="{11312034-2438-4D4B-A5B7-E2BA3ABCCDDC}" destId="{36531782-1199-4A4C-BB54-1CA5AB9AE84A}" srcOrd="14" destOrd="0" presId="urn:microsoft.com/office/officeart/2005/8/layout/default"/>
    <dgm:cxn modelId="{F13D4213-BD37-4F13-9B50-EEEE106485D5}" type="presParOf" srcId="{11312034-2438-4D4B-A5B7-E2BA3ABCCDDC}" destId="{D0B45B7A-7EAC-4748-9007-40B1A6AE6B62}" srcOrd="15" destOrd="0" presId="urn:microsoft.com/office/officeart/2005/8/layout/default"/>
    <dgm:cxn modelId="{3A2097BA-6727-4A79-8C42-A85300290438}" type="presParOf" srcId="{11312034-2438-4D4B-A5B7-E2BA3ABCCDDC}" destId="{388EAA0D-506C-4C1B-AFF5-C1AE6A90C823}" srcOrd="16" destOrd="0" presId="urn:microsoft.com/office/officeart/2005/8/layout/default"/>
    <dgm:cxn modelId="{25540364-14CC-408A-87AD-EDC1150E41E8}" type="presParOf" srcId="{11312034-2438-4D4B-A5B7-E2BA3ABCCDDC}" destId="{CF355677-B0CA-4BFD-9E25-D5ECA6B81408}" srcOrd="17" destOrd="0" presId="urn:microsoft.com/office/officeart/2005/8/layout/default"/>
    <dgm:cxn modelId="{45131E60-BDAD-44C0-BAFC-A4F4B6840D83}" type="presParOf" srcId="{11312034-2438-4D4B-A5B7-E2BA3ABCCDDC}" destId="{2433AC6D-497C-4DF7-850A-4FEBF67FCE07}" srcOrd="18" destOrd="0" presId="urn:microsoft.com/office/officeart/2005/8/layout/default"/>
    <dgm:cxn modelId="{9BAD0FA9-4F63-4CC6-B978-9305EBD07343}" type="presParOf" srcId="{11312034-2438-4D4B-A5B7-E2BA3ABCCDDC}" destId="{9B5FCC0C-1961-4B69-89F5-1722A06AF24A}" srcOrd="19" destOrd="0" presId="urn:microsoft.com/office/officeart/2005/8/layout/default"/>
    <dgm:cxn modelId="{392E89E0-7AD5-488B-9506-988BCA3066A2}" type="presParOf" srcId="{11312034-2438-4D4B-A5B7-E2BA3ABCCDDC}" destId="{3091990E-6DB2-4508-937E-2658F556B7FC}" srcOrd="2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B61F38D-7650-44E8-8395-1E0C8BDA4E2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1A874A5-6031-44B4-ABE2-32869BF7298F}">
      <dgm:prSet/>
      <dgm:spPr/>
      <dgm:t>
        <a:bodyPr/>
        <a:lstStyle/>
        <a:p>
          <a:r>
            <a:rPr lang="en-AU" b="1"/>
            <a:t>Current strengths and resources (History of the presenting illness) </a:t>
          </a:r>
          <a:endParaRPr lang="en-US"/>
        </a:p>
      </dgm:t>
    </dgm:pt>
    <dgm:pt modelId="{BDE482BA-A14A-43D2-AEB2-C06CDD5C35D2}" type="parTrans" cxnId="{31A4449A-4E12-4815-89C6-33DD42DA415F}">
      <dgm:prSet/>
      <dgm:spPr/>
      <dgm:t>
        <a:bodyPr/>
        <a:lstStyle/>
        <a:p>
          <a:endParaRPr lang="en-US"/>
        </a:p>
      </dgm:t>
    </dgm:pt>
    <dgm:pt modelId="{EDA0E3EB-4C11-4A58-B1B5-EE947E96FFFD}" type="sibTrans" cxnId="{31A4449A-4E12-4815-89C6-33DD42DA415F}">
      <dgm:prSet/>
      <dgm:spPr/>
      <dgm:t>
        <a:bodyPr/>
        <a:lstStyle/>
        <a:p>
          <a:endParaRPr lang="en-US"/>
        </a:p>
      </dgm:t>
    </dgm:pt>
    <dgm:pt modelId="{D3D558C6-47F9-4281-A92A-2A399A9BA515}">
      <dgm:prSet/>
      <dgm:spPr/>
      <dgm:t>
        <a:bodyPr/>
        <a:lstStyle/>
        <a:p>
          <a:r>
            <a:rPr lang="en-AU"/>
            <a:t>What keeps you going? </a:t>
          </a:r>
          <a:endParaRPr lang="en-US"/>
        </a:p>
      </dgm:t>
    </dgm:pt>
    <dgm:pt modelId="{0A534399-0F94-41F6-B9E2-5D69CB58708F}" type="parTrans" cxnId="{1FE3BD42-6D77-44BD-9F8D-701E7D275ED6}">
      <dgm:prSet/>
      <dgm:spPr/>
      <dgm:t>
        <a:bodyPr/>
        <a:lstStyle/>
        <a:p>
          <a:endParaRPr lang="en-US"/>
        </a:p>
      </dgm:t>
    </dgm:pt>
    <dgm:pt modelId="{E825BB3E-FD24-4CAF-B088-D3A6D343FCE2}" type="sibTrans" cxnId="{1FE3BD42-6D77-44BD-9F8D-701E7D275ED6}">
      <dgm:prSet/>
      <dgm:spPr/>
      <dgm:t>
        <a:bodyPr/>
        <a:lstStyle/>
        <a:p>
          <a:endParaRPr lang="en-US"/>
        </a:p>
      </dgm:t>
    </dgm:pt>
    <dgm:pt modelId="{FE32C4B3-0A03-4F33-A7E4-B601EC8C613B}">
      <dgm:prSet/>
      <dgm:spPr/>
      <dgm:t>
        <a:bodyPr/>
        <a:lstStyle/>
        <a:p>
          <a:r>
            <a:rPr lang="en-AU"/>
            <a:t>Consider spirituality, social roles, cultural / political identity, self-belief, life skills, toughness, resilience, humour, environmental mastery, support from others, ability to express emotion artistically. </a:t>
          </a:r>
          <a:endParaRPr lang="en-US"/>
        </a:p>
      </dgm:t>
    </dgm:pt>
    <dgm:pt modelId="{5905027A-B268-4371-9F04-228769976D66}" type="parTrans" cxnId="{FAA16B2A-0730-4B17-A14C-CAC49E0002CA}">
      <dgm:prSet/>
      <dgm:spPr/>
      <dgm:t>
        <a:bodyPr/>
        <a:lstStyle/>
        <a:p>
          <a:endParaRPr lang="en-US"/>
        </a:p>
      </dgm:t>
    </dgm:pt>
    <dgm:pt modelId="{6E6415B3-FE74-4ABC-AB75-6FE8206B15BB}" type="sibTrans" cxnId="{FAA16B2A-0730-4B17-A14C-CAC49E0002CA}">
      <dgm:prSet/>
      <dgm:spPr/>
      <dgm:t>
        <a:bodyPr/>
        <a:lstStyle/>
        <a:p>
          <a:endParaRPr lang="en-US"/>
        </a:p>
      </dgm:t>
    </dgm:pt>
    <dgm:pt modelId="{89658AA4-2F9F-4D08-B066-FE47B7476834}">
      <dgm:prSet/>
      <dgm:spPr/>
      <dgm:t>
        <a:bodyPr/>
        <a:lstStyle/>
        <a:p>
          <a:r>
            <a:rPr lang="en-AU" b="1"/>
            <a:t>Personal goals (Risk assessment)</a:t>
          </a:r>
          <a:endParaRPr lang="en-US"/>
        </a:p>
      </dgm:t>
    </dgm:pt>
    <dgm:pt modelId="{A28D040E-DD11-42F8-8C68-43DB50BED0B1}" type="parTrans" cxnId="{AC28C169-842A-405D-AEDB-4F9362C7BAC6}">
      <dgm:prSet/>
      <dgm:spPr/>
      <dgm:t>
        <a:bodyPr/>
        <a:lstStyle/>
        <a:p>
          <a:endParaRPr lang="en-US"/>
        </a:p>
      </dgm:t>
    </dgm:pt>
    <dgm:pt modelId="{B0CE8FC4-1E88-49B8-9114-EDEBBF2D4DF2}" type="sibTrans" cxnId="{AC28C169-842A-405D-AEDB-4F9362C7BAC6}">
      <dgm:prSet/>
      <dgm:spPr/>
      <dgm:t>
        <a:bodyPr/>
        <a:lstStyle/>
        <a:p>
          <a:endParaRPr lang="en-US"/>
        </a:p>
      </dgm:t>
    </dgm:pt>
    <dgm:pt modelId="{83859151-93A3-40C1-AB45-A4D055A8C935}">
      <dgm:prSet/>
      <dgm:spPr/>
      <dgm:t>
        <a:bodyPr/>
        <a:lstStyle/>
        <a:p>
          <a:r>
            <a:rPr lang="en-AU"/>
            <a:t>How would you like your life to be different? What are your dreams now? How have they changed? </a:t>
          </a:r>
          <a:endParaRPr lang="en-US"/>
        </a:p>
      </dgm:t>
    </dgm:pt>
    <dgm:pt modelId="{970AE36A-884B-4684-AB84-1CB657C01149}" type="parTrans" cxnId="{55EC3F0B-D038-4A9A-9C24-262FA442DC82}">
      <dgm:prSet/>
      <dgm:spPr/>
      <dgm:t>
        <a:bodyPr/>
        <a:lstStyle/>
        <a:p>
          <a:endParaRPr lang="en-US"/>
        </a:p>
      </dgm:t>
    </dgm:pt>
    <dgm:pt modelId="{FC0C9CBD-0A6D-4E24-AAFA-1B225ABCC0A4}" type="sibTrans" cxnId="{55EC3F0B-D038-4A9A-9C24-262FA442DC82}">
      <dgm:prSet/>
      <dgm:spPr/>
      <dgm:t>
        <a:bodyPr/>
        <a:lstStyle/>
        <a:p>
          <a:endParaRPr lang="en-US"/>
        </a:p>
      </dgm:t>
    </dgm:pt>
    <dgm:pt modelId="{6D63CFD9-F746-4900-A2BE-6D6AA885C422}">
      <dgm:prSet/>
      <dgm:spPr/>
      <dgm:t>
        <a:bodyPr/>
        <a:lstStyle/>
        <a:p>
          <a:r>
            <a:rPr lang="en-AU" b="1"/>
            <a:t>Past coping history (Past psychiatric history)</a:t>
          </a:r>
          <a:r>
            <a:rPr lang="en-AU"/>
            <a:t> </a:t>
          </a:r>
          <a:endParaRPr lang="en-US"/>
        </a:p>
      </dgm:t>
    </dgm:pt>
    <dgm:pt modelId="{A279E213-89BF-4671-A037-0C156B405369}" type="parTrans" cxnId="{21FAF0CE-0D42-4A28-878F-B092C7A72263}">
      <dgm:prSet/>
      <dgm:spPr/>
      <dgm:t>
        <a:bodyPr/>
        <a:lstStyle/>
        <a:p>
          <a:endParaRPr lang="en-US"/>
        </a:p>
      </dgm:t>
    </dgm:pt>
    <dgm:pt modelId="{BAF9A42E-2E29-4B3D-8CBE-C58C40C56262}" type="sibTrans" cxnId="{21FAF0CE-0D42-4A28-878F-B092C7A72263}">
      <dgm:prSet/>
      <dgm:spPr/>
      <dgm:t>
        <a:bodyPr/>
        <a:lstStyle/>
        <a:p>
          <a:endParaRPr lang="en-US"/>
        </a:p>
      </dgm:t>
    </dgm:pt>
    <dgm:pt modelId="{38B6CA03-7F63-4A52-9AF8-5B8DA7E61A9B}">
      <dgm:prSet/>
      <dgm:spPr/>
      <dgm:t>
        <a:bodyPr/>
        <a:lstStyle/>
        <a:p>
          <a:r>
            <a:rPr lang="en-AU"/>
            <a:t>How have you got through the tough times in your life? What supports have you found useful? What do you wish had happened? </a:t>
          </a:r>
          <a:endParaRPr lang="en-US"/>
        </a:p>
      </dgm:t>
    </dgm:pt>
    <dgm:pt modelId="{B33E0E4E-E24C-41DD-BBDD-3B2EA5923D71}" type="parTrans" cxnId="{B1FBB3A1-BF22-4499-A825-13229DD06C7C}">
      <dgm:prSet/>
      <dgm:spPr/>
      <dgm:t>
        <a:bodyPr/>
        <a:lstStyle/>
        <a:p>
          <a:endParaRPr lang="en-US"/>
        </a:p>
      </dgm:t>
    </dgm:pt>
    <dgm:pt modelId="{F9D61828-82F0-4DAB-967A-4854C69B086C}" type="sibTrans" cxnId="{B1FBB3A1-BF22-4499-A825-13229DD06C7C}">
      <dgm:prSet/>
      <dgm:spPr/>
      <dgm:t>
        <a:bodyPr/>
        <a:lstStyle/>
        <a:p>
          <a:endParaRPr lang="en-US"/>
        </a:p>
      </dgm:t>
    </dgm:pt>
    <dgm:pt modelId="{6B98FD70-4A04-42D2-8987-6B236DA5A981}">
      <dgm:prSet/>
      <dgm:spPr/>
      <dgm:t>
        <a:bodyPr/>
        <a:lstStyle/>
        <a:p>
          <a:r>
            <a:rPr lang="en-AU" b="1"/>
            <a:t>Inherited resources (Genetic background)</a:t>
          </a:r>
          <a:r>
            <a:rPr lang="en-AU"/>
            <a:t> </a:t>
          </a:r>
          <a:endParaRPr lang="en-US"/>
        </a:p>
      </dgm:t>
    </dgm:pt>
    <dgm:pt modelId="{FD5945B9-DBB9-4C4C-B30A-90488DF462E6}" type="parTrans" cxnId="{A15B2E80-3156-4CFF-AA86-9B959FCE62C1}">
      <dgm:prSet/>
      <dgm:spPr/>
      <dgm:t>
        <a:bodyPr/>
        <a:lstStyle/>
        <a:p>
          <a:endParaRPr lang="en-US"/>
        </a:p>
      </dgm:t>
    </dgm:pt>
    <dgm:pt modelId="{8BD7F966-8D91-4DA2-9AE8-54C4A96C2623}" type="sibTrans" cxnId="{A15B2E80-3156-4CFF-AA86-9B959FCE62C1}">
      <dgm:prSet/>
      <dgm:spPr/>
      <dgm:t>
        <a:bodyPr/>
        <a:lstStyle/>
        <a:p>
          <a:endParaRPr lang="en-US"/>
        </a:p>
      </dgm:t>
    </dgm:pt>
    <dgm:pt modelId="{5FA36B62-0DCD-4EC4-A5D2-6646712FC58F}">
      <dgm:prSet/>
      <dgm:spPr/>
      <dgm:t>
        <a:bodyPr/>
        <a:lstStyle/>
        <a:p>
          <a:r>
            <a:rPr lang="en-AU"/>
            <a:t>Is there any history of high achieving in your family? Any artists, authors, athletes or academics?</a:t>
          </a:r>
          <a:endParaRPr lang="en-US"/>
        </a:p>
      </dgm:t>
    </dgm:pt>
    <dgm:pt modelId="{7FF25ACB-11F0-4B95-BB08-7F85D65DF8B4}" type="parTrans" cxnId="{9B26C1B3-D045-4280-BF70-8FD54B87951A}">
      <dgm:prSet/>
      <dgm:spPr/>
      <dgm:t>
        <a:bodyPr/>
        <a:lstStyle/>
        <a:p>
          <a:endParaRPr lang="en-US"/>
        </a:p>
      </dgm:t>
    </dgm:pt>
    <dgm:pt modelId="{11F15B42-9C82-4AB0-BF6E-61D25F094C22}" type="sibTrans" cxnId="{9B26C1B3-D045-4280-BF70-8FD54B87951A}">
      <dgm:prSet/>
      <dgm:spPr/>
      <dgm:t>
        <a:bodyPr/>
        <a:lstStyle/>
        <a:p>
          <a:endParaRPr lang="en-US"/>
        </a:p>
      </dgm:t>
    </dgm:pt>
    <dgm:pt modelId="{77F4FEA5-6B3C-42F6-8557-D894E85D3DF9}">
      <dgm:prSet/>
      <dgm:spPr/>
      <dgm:t>
        <a:bodyPr/>
        <a:lstStyle/>
        <a:p>
          <a:r>
            <a:rPr lang="en-AU" b="1"/>
            <a:t>Family environment (Family environment)</a:t>
          </a:r>
          <a:r>
            <a:rPr lang="en-AU"/>
            <a:t> </a:t>
          </a:r>
          <a:endParaRPr lang="en-US"/>
        </a:p>
      </dgm:t>
    </dgm:pt>
    <dgm:pt modelId="{CEB28F58-CA44-48B3-87B1-50DC9924607C}" type="parTrans" cxnId="{0F5ACBEA-A0EA-42E5-AB33-C48AEE1EDB6A}">
      <dgm:prSet/>
      <dgm:spPr/>
      <dgm:t>
        <a:bodyPr/>
        <a:lstStyle/>
        <a:p>
          <a:endParaRPr lang="en-US"/>
        </a:p>
      </dgm:t>
    </dgm:pt>
    <dgm:pt modelId="{56DCE699-523C-4AC8-BF1E-7DA29390A6BE}" type="sibTrans" cxnId="{0F5ACBEA-A0EA-42E5-AB33-C48AEE1EDB6A}">
      <dgm:prSet/>
      <dgm:spPr/>
      <dgm:t>
        <a:bodyPr/>
        <a:lstStyle/>
        <a:p>
          <a:endParaRPr lang="en-US"/>
        </a:p>
      </dgm:t>
    </dgm:pt>
    <dgm:pt modelId="{4D006C59-49F1-4AA0-A58F-DCB976D48521}">
      <dgm:prSet/>
      <dgm:spPr/>
      <dgm:t>
        <a:bodyPr/>
        <a:lstStyle/>
        <a:p>
          <a:r>
            <a:rPr lang="en-AU"/>
            <a:t>When you were growing up, was there anyone you really admired? What important lessons did you learn during childhood? </a:t>
          </a:r>
          <a:endParaRPr lang="en-US"/>
        </a:p>
      </dgm:t>
    </dgm:pt>
    <dgm:pt modelId="{DF4D522E-5E6E-453E-BF85-81CCAE113C4A}" type="parTrans" cxnId="{42342A12-DF7C-4DF5-B2C6-508E4D513131}">
      <dgm:prSet/>
      <dgm:spPr/>
      <dgm:t>
        <a:bodyPr/>
        <a:lstStyle/>
        <a:p>
          <a:endParaRPr lang="en-US"/>
        </a:p>
      </dgm:t>
    </dgm:pt>
    <dgm:pt modelId="{C24A7FF7-FF61-45F3-AEF2-17CE827BE2C3}" type="sibTrans" cxnId="{42342A12-DF7C-4DF5-B2C6-508E4D513131}">
      <dgm:prSet/>
      <dgm:spPr/>
      <dgm:t>
        <a:bodyPr/>
        <a:lstStyle/>
        <a:p>
          <a:endParaRPr lang="en-US"/>
        </a:p>
      </dgm:t>
    </dgm:pt>
    <dgm:pt modelId="{B73D3295-CB77-4A3F-A0BB-A33BF009C806}" type="pres">
      <dgm:prSet presAssocID="{DB61F38D-7650-44E8-8395-1E0C8BDA4E2E}" presName="linear" presStyleCnt="0">
        <dgm:presLayoutVars>
          <dgm:animLvl val="lvl"/>
          <dgm:resizeHandles val="exact"/>
        </dgm:presLayoutVars>
      </dgm:prSet>
      <dgm:spPr/>
    </dgm:pt>
    <dgm:pt modelId="{B54ED4AD-A1F0-44F4-A488-EE09FCAB8C56}" type="pres">
      <dgm:prSet presAssocID="{81A874A5-6031-44B4-ABE2-32869BF7298F}" presName="parentText" presStyleLbl="node1" presStyleIdx="0" presStyleCnt="5">
        <dgm:presLayoutVars>
          <dgm:chMax val="0"/>
          <dgm:bulletEnabled val="1"/>
        </dgm:presLayoutVars>
      </dgm:prSet>
      <dgm:spPr/>
    </dgm:pt>
    <dgm:pt modelId="{AD664FC3-0761-48DB-B0A1-2D925C4B7406}" type="pres">
      <dgm:prSet presAssocID="{81A874A5-6031-44B4-ABE2-32869BF7298F}" presName="childText" presStyleLbl="revTx" presStyleIdx="0" presStyleCnt="5">
        <dgm:presLayoutVars>
          <dgm:bulletEnabled val="1"/>
        </dgm:presLayoutVars>
      </dgm:prSet>
      <dgm:spPr/>
    </dgm:pt>
    <dgm:pt modelId="{7406161F-EEF0-45E4-8634-126536FCEDD5}" type="pres">
      <dgm:prSet presAssocID="{89658AA4-2F9F-4D08-B066-FE47B7476834}" presName="parentText" presStyleLbl="node1" presStyleIdx="1" presStyleCnt="5">
        <dgm:presLayoutVars>
          <dgm:chMax val="0"/>
          <dgm:bulletEnabled val="1"/>
        </dgm:presLayoutVars>
      </dgm:prSet>
      <dgm:spPr/>
    </dgm:pt>
    <dgm:pt modelId="{32F4A217-399C-420C-8051-0319EA0C6417}" type="pres">
      <dgm:prSet presAssocID="{89658AA4-2F9F-4D08-B066-FE47B7476834}" presName="childText" presStyleLbl="revTx" presStyleIdx="1" presStyleCnt="5">
        <dgm:presLayoutVars>
          <dgm:bulletEnabled val="1"/>
        </dgm:presLayoutVars>
      </dgm:prSet>
      <dgm:spPr/>
    </dgm:pt>
    <dgm:pt modelId="{FF4B9276-BBCF-4417-8BEF-67DFA60A5D3C}" type="pres">
      <dgm:prSet presAssocID="{6D63CFD9-F746-4900-A2BE-6D6AA885C422}" presName="parentText" presStyleLbl="node1" presStyleIdx="2" presStyleCnt="5">
        <dgm:presLayoutVars>
          <dgm:chMax val="0"/>
          <dgm:bulletEnabled val="1"/>
        </dgm:presLayoutVars>
      </dgm:prSet>
      <dgm:spPr/>
    </dgm:pt>
    <dgm:pt modelId="{9820E844-1EF0-4EA7-89D9-0990761D4BE2}" type="pres">
      <dgm:prSet presAssocID="{6D63CFD9-F746-4900-A2BE-6D6AA885C422}" presName="childText" presStyleLbl="revTx" presStyleIdx="2" presStyleCnt="5">
        <dgm:presLayoutVars>
          <dgm:bulletEnabled val="1"/>
        </dgm:presLayoutVars>
      </dgm:prSet>
      <dgm:spPr/>
    </dgm:pt>
    <dgm:pt modelId="{00C0B99F-CDC6-408C-B1DA-016EE60AB1ED}" type="pres">
      <dgm:prSet presAssocID="{6B98FD70-4A04-42D2-8987-6B236DA5A981}" presName="parentText" presStyleLbl="node1" presStyleIdx="3" presStyleCnt="5">
        <dgm:presLayoutVars>
          <dgm:chMax val="0"/>
          <dgm:bulletEnabled val="1"/>
        </dgm:presLayoutVars>
      </dgm:prSet>
      <dgm:spPr/>
    </dgm:pt>
    <dgm:pt modelId="{34B35842-55E9-4EFC-80C1-9A0118716DD0}" type="pres">
      <dgm:prSet presAssocID="{6B98FD70-4A04-42D2-8987-6B236DA5A981}" presName="childText" presStyleLbl="revTx" presStyleIdx="3" presStyleCnt="5">
        <dgm:presLayoutVars>
          <dgm:bulletEnabled val="1"/>
        </dgm:presLayoutVars>
      </dgm:prSet>
      <dgm:spPr/>
    </dgm:pt>
    <dgm:pt modelId="{BFCA86BD-F6B7-451A-82AA-9E415DF97B36}" type="pres">
      <dgm:prSet presAssocID="{77F4FEA5-6B3C-42F6-8557-D894E85D3DF9}" presName="parentText" presStyleLbl="node1" presStyleIdx="4" presStyleCnt="5">
        <dgm:presLayoutVars>
          <dgm:chMax val="0"/>
          <dgm:bulletEnabled val="1"/>
        </dgm:presLayoutVars>
      </dgm:prSet>
      <dgm:spPr/>
    </dgm:pt>
    <dgm:pt modelId="{40D7DB58-5A0B-4BE9-A723-B02F20E7B824}" type="pres">
      <dgm:prSet presAssocID="{77F4FEA5-6B3C-42F6-8557-D894E85D3DF9}" presName="childText" presStyleLbl="revTx" presStyleIdx="4" presStyleCnt="5">
        <dgm:presLayoutVars>
          <dgm:bulletEnabled val="1"/>
        </dgm:presLayoutVars>
      </dgm:prSet>
      <dgm:spPr/>
    </dgm:pt>
  </dgm:ptLst>
  <dgm:cxnLst>
    <dgm:cxn modelId="{0825DD01-7F29-4713-BF96-B4CD742BF955}" type="presOf" srcId="{FE32C4B3-0A03-4F33-A7E4-B601EC8C613B}" destId="{AD664FC3-0761-48DB-B0A1-2D925C4B7406}" srcOrd="0" destOrd="1" presId="urn:microsoft.com/office/officeart/2005/8/layout/vList2"/>
    <dgm:cxn modelId="{55EC3F0B-D038-4A9A-9C24-262FA442DC82}" srcId="{89658AA4-2F9F-4D08-B066-FE47B7476834}" destId="{83859151-93A3-40C1-AB45-A4D055A8C935}" srcOrd="0" destOrd="0" parTransId="{970AE36A-884B-4684-AB84-1CB657C01149}" sibTransId="{FC0C9CBD-0A6D-4E24-AAFA-1B225ABCC0A4}"/>
    <dgm:cxn modelId="{42342A12-DF7C-4DF5-B2C6-508E4D513131}" srcId="{77F4FEA5-6B3C-42F6-8557-D894E85D3DF9}" destId="{4D006C59-49F1-4AA0-A58F-DCB976D48521}" srcOrd="0" destOrd="0" parTransId="{DF4D522E-5E6E-453E-BF85-81CCAE113C4A}" sibTransId="{C24A7FF7-FF61-45F3-AEF2-17CE827BE2C3}"/>
    <dgm:cxn modelId="{EFE80325-85FE-4CC5-B595-4FD7D737D330}" type="presOf" srcId="{77F4FEA5-6B3C-42F6-8557-D894E85D3DF9}" destId="{BFCA86BD-F6B7-451A-82AA-9E415DF97B36}" srcOrd="0" destOrd="0" presId="urn:microsoft.com/office/officeart/2005/8/layout/vList2"/>
    <dgm:cxn modelId="{FAA16B2A-0730-4B17-A14C-CAC49E0002CA}" srcId="{81A874A5-6031-44B4-ABE2-32869BF7298F}" destId="{FE32C4B3-0A03-4F33-A7E4-B601EC8C613B}" srcOrd="1" destOrd="0" parTransId="{5905027A-B268-4371-9F04-228769976D66}" sibTransId="{6E6415B3-FE74-4ABC-AB75-6FE8206B15BB}"/>
    <dgm:cxn modelId="{E72E0332-085B-4596-9DC8-F99CBC1955E8}" type="presOf" srcId="{6B98FD70-4A04-42D2-8987-6B236DA5A981}" destId="{00C0B99F-CDC6-408C-B1DA-016EE60AB1ED}" srcOrd="0" destOrd="0" presId="urn:microsoft.com/office/officeart/2005/8/layout/vList2"/>
    <dgm:cxn modelId="{1FE3BD42-6D77-44BD-9F8D-701E7D275ED6}" srcId="{81A874A5-6031-44B4-ABE2-32869BF7298F}" destId="{D3D558C6-47F9-4281-A92A-2A399A9BA515}" srcOrd="0" destOrd="0" parTransId="{0A534399-0F94-41F6-B9E2-5D69CB58708F}" sibTransId="{E825BB3E-FD24-4CAF-B088-D3A6D343FCE2}"/>
    <dgm:cxn modelId="{9A139863-531D-4146-AEAA-8C39263C1AC2}" type="presOf" srcId="{83859151-93A3-40C1-AB45-A4D055A8C935}" destId="{32F4A217-399C-420C-8051-0319EA0C6417}" srcOrd="0" destOrd="0" presId="urn:microsoft.com/office/officeart/2005/8/layout/vList2"/>
    <dgm:cxn modelId="{AC28C169-842A-405D-AEDB-4F9362C7BAC6}" srcId="{DB61F38D-7650-44E8-8395-1E0C8BDA4E2E}" destId="{89658AA4-2F9F-4D08-B066-FE47B7476834}" srcOrd="1" destOrd="0" parTransId="{A28D040E-DD11-42F8-8C68-43DB50BED0B1}" sibTransId="{B0CE8FC4-1E88-49B8-9114-EDEBBF2D4DF2}"/>
    <dgm:cxn modelId="{4CC92F6A-E0D6-4A7C-B662-A3A8224E62B2}" type="presOf" srcId="{4D006C59-49F1-4AA0-A58F-DCB976D48521}" destId="{40D7DB58-5A0B-4BE9-A723-B02F20E7B824}" srcOrd="0" destOrd="0" presId="urn:microsoft.com/office/officeart/2005/8/layout/vList2"/>
    <dgm:cxn modelId="{A15B2E80-3156-4CFF-AA86-9B959FCE62C1}" srcId="{DB61F38D-7650-44E8-8395-1E0C8BDA4E2E}" destId="{6B98FD70-4A04-42D2-8987-6B236DA5A981}" srcOrd="3" destOrd="0" parTransId="{FD5945B9-DBB9-4C4C-B30A-90488DF462E6}" sibTransId="{8BD7F966-8D91-4DA2-9AE8-54C4A96C2623}"/>
    <dgm:cxn modelId="{31A4449A-4E12-4815-89C6-33DD42DA415F}" srcId="{DB61F38D-7650-44E8-8395-1E0C8BDA4E2E}" destId="{81A874A5-6031-44B4-ABE2-32869BF7298F}" srcOrd="0" destOrd="0" parTransId="{BDE482BA-A14A-43D2-AEB2-C06CDD5C35D2}" sibTransId="{EDA0E3EB-4C11-4A58-B1B5-EE947E96FFFD}"/>
    <dgm:cxn modelId="{B1FBB3A1-BF22-4499-A825-13229DD06C7C}" srcId="{6D63CFD9-F746-4900-A2BE-6D6AA885C422}" destId="{38B6CA03-7F63-4A52-9AF8-5B8DA7E61A9B}" srcOrd="0" destOrd="0" parTransId="{B33E0E4E-E24C-41DD-BBDD-3B2EA5923D71}" sibTransId="{F9D61828-82F0-4DAB-967A-4854C69B086C}"/>
    <dgm:cxn modelId="{42AF7CA7-C21D-4D96-BC88-49B0DDAB24F5}" type="presOf" srcId="{D3D558C6-47F9-4281-A92A-2A399A9BA515}" destId="{AD664FC3-0761-48DB-B0A1-2D925C4B7406}" srcOrd="0" destOrd="0" presId="urn:microsoft.com/office/officeart/2005/8/layout/vList2"/>
    <dgm:cxn modelId="{8932CCAC-E344-41E5-81D0-5729C5B9EB2D}" type="presOf" srcId="{81A874A5-6031-44B4-ABE2-32869BF7298F}" destId="{B54ED4AD-A1F0-44F4-A488-EE09FCAB8C56}" srcOrd="0" destOrd="0" presId="urn:microsoft.com/office/officeart/2005/8/layout/vList2"/>
    <dgm:cxn modelId="{9B26C1B3-D045-4280-BF70-8FD54B87951A}" srcId="{6B98FD70-4A04-42D2-8987-6B236DA5A981}" destId="{5FA36B62-0DCD-4EC4-A5D2-6646712FC58F}" srcOrd="0" destOrd="0" parTransId="{7FF25ACB-11F0-4B95-BB08-7F85D65DF8B4}" sibTransId="{11F15B42-9C82-4AB0-BF6E-61D25F094C22}"/>
    <dgm:cxn modelId="{E71B61BC-FAEA-408B-A59E-B323DB79C2AE}" type="presOf" srcId="{DB61F38D-7650-44E8-8395-1E0C8BDA4E2E}" destId="{B73D3295-CB77-4A3F-A0BB-A33BF009C806}" srcOrd="0" destOrd="0" presId="urn:microsoft.com/office/officeart/2005/8/layout/vList2"/>
    <dgm:cxn modelId="{856397C1-A9F3-4531-BFC1-41401ABCC8FC}" type="presOf" srcId="{38B6CA03-7F63-4A52-9AF8-5B8DA7E61A9B}" destId="{9820E844-1EF0-4EA7-89D9-0990761D4BE2}" srcOrd="0" destOrd="0" presId="urn:microsoft.com/office/officeart/2005/8/layout/vList2"/>
    <dgm:cxn modelId="{21FAF0CE-0D42-4A28-878F-B092C7A72263}" srcId="{DB61F38D-7650-44E8-8395-1E0C8BDA4E2E}" destId="{6D63CFD9-F746-4900-A2BE-6D6AA885C422}" srcOrd="2" destOrd="0" parTransId="{A279E213-89BF-4671-A037-0C156B405369}" sibTransId="{BAF9A42E-2E29-4B3D-8CBE-C58C40C56262}"/>
    <dgm:cxn modelId="{5BF968DA-D33A-486A-89FB-471D43B28860}" type="presOf" srcId="{89658AA4-2F9F-4D08-B066-FE47B7476834}" destId="{7406161F-EEF0-45E4-8634-126536FCEDD5}" srcOrd="0" destOrd="0" presId="urn:microsoft.com/office/officeart/2005/8/layout/vList2"/>
    <dgm:cxn modelId="{D45755EA-8640-4E69-9E9A-F9F35BE5FAD6}" type="presOf" srcId="{6D63CFD9-F746-4900-A2BE-6D6AA885C422}" destId="{FF4B9276-BBCF-4417-8BEF-67DFA60A5D3C}" srcOrd="0" destOrd="0" presId="urn:microsoft.com/office/officeart/2005/8/layout/vList2"/>
    <dgm:cxn modelId="{0F5ACBEA-A0EA-42E5-AB33-C48AEE1EDB6A}" srcId="{DB61F38D-7650-44E8-8395-1E0C8BDA4E2E}" destId="{77F4FEA5-6B3C-42F6-8557-D894E85D3DF9}" srcOrd="4" destOrd="0" parTransId="{CEB28F58-CA44-48B3-87B1-50DC9924607C}" sibTransId="{56DCE699-523C-4AC8-BF1E-7DA29390A6BE}"/>
    <dgm:cxn modelId="{0ABB3DFA-4F70-4B3A-94C9-ECEA75092A2A}" type="presOf" srcId="{5FA36B62-0DCD-4EC4-A5D2-6646712FC58F}" destId="{34B35842-55E9-4EFC-80C1-9A0118716DD0}" srcOrd="0" destOrd="0" presId="urn:microsoft.com/office/officeart/2005/8/layout/vList2"/>
    <dgm:cxn modelId="{D5B8EC54-7B9B-4D80-A8C8-26EE139C4942}" type="presParOf" srcId="{B73D3295-CB77-4A3F-A0BB-A33BF009C806}" destId="{B54ED4AD-A1F0-44F4-A488-EE09FCAB8C56}" srcOrd="0" destOrd="0" presId="urn:microsoft.com/office/officeart/2005/8/layout/vList2"/>
    <dgm:cxn modelId="{216DC9BA-2F81-40D7-9F53-91A656A8B1C5}" type="presParOf" srcId="{B73D3295-CB77-4A3F-A0BB-A33BF009C806}" destId="{AD664FC3-0761-48DB-B0A1-2D925C4B7406}" srcOrd="1" destOrd="0" presId="urn:microsoft.com/office/officeart/2005/8/layout/vList2"/>
    <dgm:cxn modelId="{33FD7D29-E43A-4635-B489-E2B168EED809}" type="presParOf" srcId="{B73D3295-CB77-4A3F-A0BB-A33BF009C806}" destId="{7406161F-EEF0-45E4-8634-126536FCEDD5}" srcOrd="2" destOrd="0" presId="urn:microsoft.com/office/officeart/2005/8/layout/vList2"/>
    <dgm:cxn modelId="{2B9E3892-5AA0-4D68-AB27-F4FC1E353B5F}" type="presParOf" srcId="{B73D3295-CB77-4A3F-A0BB-A33BF009C806}" destId="{32F4A217-399C-420C-8051-0319EA0C6417}" srcOrd="3" destOrd="0" presId="urn:microsoft.com/office/officeart/2005/8/layout/vList2"/>
    <dgm:cxn modelId="{767EA580-74A3-47CA-8239-90A4F3B5D515}" type="presParOf" srcId="{B73D3295-CB77-4A3F-A0BB-A33BF009C806}" destId="{FF4B9276-BBCF-4417-8BEF-67DFA60A5D3C}" srcOrd="4" destOrd="0" presId="urn:microsoft.com/office/officeart/2005/8/layout/vList2"/>
    <dgm:cxn modelId="{51E5D757-8BE5-4B94-AF21-99F7FC8ECF4C}" type="presParOf" srcId="{B73D3295-CB77-4A3F-A0BB-A33BF009C806}" destId="{9820E844-1EF0-4EA7-89D9-0990761D4BE2}" srcOrd="5" destOrd="0" presId="urn:microsoft.com/office/officeart/2005/8/layout/vList2"/>
    <dgm:cxn modelId="{D33029D8-B96A-47FA-B944-3A9C8C8FC0B2}" type="presParOf" srcId="{B73D3295-CB77-4A3F-A0BB-A33BF009C806}" destId="{00C0B99F-CDC6-408C-B1DA-016EE60AB1ED}" srcOrd="6" destOrd="0" presId="urn:microsoft.com/office/officeart/2005/8/layout/vList2"/>
    <dgm:cxn modelId="{367B5A1E-2108-477D-BBBE-B50243F0498E}" type="presParOf" srcId="{B73D3295-CB77-4A3F-A0BB-A33BF009C806}" destId="{34B35842-55E9-4EFC-80C1-9A0118716DD0}" srcOrd="7" destOrd="0" presId="urn:microsoft.com/office/officeart/2005/8/layout/vList2"/>
    <dgm:cxn modelId="{04432901-CA16-4B0E-BEB6-0A6A1F4CD3A4}" type="presParOf" srcId="{B73D3295-CB77-4A3F-A0BB-A33BF009C806}" destId="{BFCA86BD-F6B7-451A-82AA-9E415DF97B36}" srcOrd="8" destOrd="0" presId="urn:microsoft.com/office/officeart/2005/8/layout/vList2"/>
    <dgm:cxn modelId="{C756150C-8969-4311-A936-1E9F90037A51}" type="presParOf" srcId="{B73D3295-CB77-4A3F-A0BB-A33BF009C806}" destId="{40D7DB58-5A0B-4BE9-A723-B02F20E7B824}"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E09C978-94A0-4B58-8E7E-76D31483EEC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08B3753-63E7-4648-B7CF-DA539FAA824B}">
      <dgm:prSet/>
      <dgm:spPr/>
      <dgm:t>
        <a:bodyPr/>
        <a:lstStyle/>
        <a:p>
          <a:r>
            <a:rPr lang="en-AU" b="1"/>
            <a:t>Learning from the past (Precipitating events)</a:t>
          </a:r>
          <a:endParaRPr lang="en-US"/>
        </a:p>
      </dgm:t>
    </dgm:pt>
    <dgm:pt modelId="{47B864C5-6CCB-4951-9331-2E08672C6271}" type="parTrans" cxnId="{08C01FBA-1101-47E0-A2D7-9BA9B8122898}">
      <dgm:prSet/>
      <dgm:spPr/>
      <dgm:t>
        <a:bodyPr/>
        <a:lstStyle/>
        <a:p>
          <a:endParaRPr lang="en-US"/>
        </a:p>
      </dgm:t>
    </dgm:pt>
    <dgm:pt modelId="{1572D22A-C25B-4994-A1FE-923993E070D0}" type="sibTrans" cxnId="{08C01FBA-1101-47E0-A2D7-9BA9B8122898}">
      <dgm:prSet/>
      <dgm:spPr/>
      <dgm:t>
        <a:bodyPr/>
        <a:lstStyle/>
        <a:p>
          <a:endParaRPr lang="en-US"/>
        </a:p>
      </dgm:t>
    </dgm:pt>
    <dgm:pt modelId="{745A8ADE-5DB2-4AFE-9BF0-6D2F7142BDBD}">
      <dgm:prSet/>
      <dgm:spPr/>
      <dgm:t>
        <a:bodyPr/>
        <a:lstStyle/>
        <a:p>
          <a:r>
            <a:rPr lang="en-AU"/>
            <a:t>What have these experiences taught you? Are there any positive ways in which you have changed or grown as a person? </a:t>
          </a:r>
          <a:endParaRPr lang="en-US"/>
        </a:p>
      </dgm:t>
    </dgm:pt>
    <dgm:pt modelId="{AF84692C-502B-427F-9B6B-17CE854C2E75}" type="parTrans" cxnId="{B152DB3C-4AD7-4C60-B88E-6B0847C510AE}">
      <dgm:prSet/>
      <dgm:spPr/>
      <dgm:t>
        <a:bodyPr/>
        <a:lstStyle/>
        <a:p>
          <a:endParaRPr lang="en-US"/>
        </a:p>
      </dgm:t>
    </dgm:pt>
    <dgm:pt modelId="{4BC15688-4722-4D69-9BDE-948F47C35B47}" type="sibTrans" cxnId="{B152DB3C-4AD7-4C60-B88E-6B0847C510AE}">
      <dgm:prSet/>
      <dgm:spPr/>
      <dgm:t>
        <a:bodyPr/>
        <a:lstStyle/>
        <a:p>
          <a:endParaRPr lang="en-US"/>
        </a:p>
      </dgm:t>
    </dgm:pt>
    <dgm:pt modelId="{C1C337D8-B42D-4B7D-887A-B332408E2682}">
      <dgm:prSet/>
      <dgm:spPr/>
      <dgm:t>
        <a:bodyPr/>
        <a:lstStyle/>
        <a:p>
          <a:r>
            <a:rPr lang="en-AU"/>
            <a:t>Consider gratitude, altruism, empathy, compassion, self-acceptance, self-efficacy, meaning. </a:t>
          </a:r>
          <a:endParaRPr lang="en-US"/>
        </a:p>
      </dgm:t>
    </dgm:pt>
    <dgm:pt modelId="{B843A94C-279D-40C1-AA6A-6F8B9C58E401}" type="parTrans" cxnId="{751E5D4D-426E-4261-BB12-798BB6A8B61A}">
      <dgm:prSet/>
      <dgm:spPr/>
      <dgm:t>
        <a:bodyPr/>
        <a:lstStyle/>
        <a:p>
          <a:endParaRPr lang="en-US"/>
        </a:p>
      </dgm:t>
    </dgm:pt>
    <dgm:pt modelId="{F1781C3E-006F-4782-9000-49267EFE9A8D}" type="sibTrans" cxnId="{751E5D4D-426E-4261-BB12-798BB6A8B61A}">
      <dgm:prSet/>
      <dgm:spPr/>
      <dgm:t>
        <a:bodyPr/>
        <a:lstStyle/>
        <a:p>
          <a:endParaRPr lang="en-US"/>
        </a:p>
      </dgm:t>
    </dgm:pt>
    <dgm:pt modelId="{ECC768B3-BCBF-4696-8A4B-E0014A044AB4}">
      <dgm:prSet/>
      <dgm:spPr/>
      <dgm:t>
        <a:bodyPr/>
        <a:lstStyle/>
        <a:p>
          <a:r>
            <a:rPr lang="en-AU" b="1"/>
            <a:t>Developmental history (Developmental history)</a:t>
          </a:r>
          <a:endParaRPr lang="en-US"/>
        </a:p>
      </dgm:t>
    </dgm:pt>
    <dgm:pt modelId="{373CA1CA-115C-4E51-83E0-9B439B0445B1}" type="parTrans" cxnId="{EED5A8C7-9CBE-40AB-81E1-192197046EA5}">
      <dgm:prSet/>
      <dgm:spPr/>
      <dgm:t>
        <a:bodyPr/>
        <a:lstStyle/>
        <a:p>
          <a:endParaRPr lang="en-US"/>
        </a:p>
      </dgm:t>
    </dgm:pt>
    <dgm:pt modelId="{49D9DBB7-B160-4169-BCA9-451C89918FB1}" type="sibTrans" cxnId="{EED5A8C7-9CBE-40AB-81E1-192197046EA5}">
      <dgm:prSet/>
      <dgm:spPr/>
      <dgm:t>
        <a:bodyPr/>
        <a:lstStyle/>
        <a:p>
          <a:endParaRPr lang="en-US"/>
        </a:p>
      </dgm:t>
    </dgm:pt>
    <dgm:pt modelId="{0FE639C0-49B5-4BAB-A81D-7D94AC6093A1}">
      <dgm:prSet/>
      <dgm:spPr/>
      <dgm:t>
        <a:bodyPr/>
        <a:lstStyle/>
        <a:p>
          <a:r>
            <a:rPr lang="en-AU"/>
            <a:t>What was life-like for you when you were growing up? What did you enjoy? What’s your best memory? What skills or abilities did you discover you had? </a:t>
          </a:r>
          <a:endParaRPr lang="en-US"/>
        </a:p>
      </dgm:t>
    </dgm:pt>
    <dgm:pt modelId="{85B9B42F-DCB9-478A-A92C-5E977017B60A}" type="parTrans" cxnId="{5441B8B5-D653-478B-B258-D5158F79CF8F}">
      <dgm:prSet/>
      <dgm:spPr/>
      <dgm:t>
        <a:bodyPr/>
        <a:lstStyle/>
        <a:p>
          <a:endParaRPr lang="en-US"/>
        </a:p>
      </dgm:t>
    </dgm:pt>
    <dgm:pt modelId="{40418149-C947-4A38-B2B1-55E4243C9794}" type="sibTrans" cxnId="{5441B8B5-D653-478B-B258-D5158F79CF8F}">
      <dgm:prSet/>
      <dgm:spPr/>
      <dgm:t>
        <a:bodyPr/>
        <a:lstStyle/>
        <a:p>
          <a:endParaRPr lang="en-US"/>
        </a:p>
      </dgm:t>
    </dgm:pt>
    <dgm:pt modelId="{C6C85D36-5C17-4883-9F84-D8A699FCEFFA}">
      <dgm:prSet/>
      <dgm:spPr/>
      <dgm:t>
        <a:bodyPr/>
        <a:lstStyle/>
        <a:p>
          <a:r>
            <a:rPr lang="en-AU" b="1"/>
            <a:t>Valued social roles (Occupational history)</a:t>
          </a:r>
          <a:endParaRPr lang="en-US"/>
        </a:p>
      </dgm:t>
    </dgm:pt>
    <dgm:pt modelId="{9BF1C524-9DFF-4CEC-A3B0-DFA7B8D08FE3}" type="parTrans" cxnId="{8761135C-6C7D-4065-905B-2D6D2A1781C4}">
      <dgm:prSet/>
      <dgm:spPr/>
      <dgm:t>
        <a:bodyPr/>
        <a:lstStyle/>
        <a:p>
          <a:endParaRPr lang="en-US"/>
        </a:p>
      </dgm:t>
    </dgm:pt>
    <dgm:pt modelId="{F3305408-2ABC-4D3A-A644-73E8E919FD1E}" type="sibTrans" cxnId="{8761135C-6C7D-4065-905B-2D6D2A1781C4}">
      <dgm:prSet/>
      <dgm:spPr/>
      <dgm:t>
        <a:bodyPr/>
        <a:lstStyle/>
        <a:p>
          <a:endParaRPr lang="en-US"/>
        </a:p>
      </dgm:t>
    </dgm:pt>
    <dgm:pt modelId="{5AFDEF58-B612-4EB8-B659-FF78F9F71A14}">
      <dgm:prSet/>
      <dgm:spPr/>
      <dgm:t>
        <a:bodyPr/>
        <a:lstStyle/>
        <a:p>
          <a:r>
            <a:rPr lang="en-AU"/>
            <a:t>What would someone who knew you really well and liked you say about you? What would you like them to say? How are you useful or of value to others? </a:t>
          </a:r>
          <a:endParaRPr lang="en-US"/>
        </a:p>
      </dgm:t>
    </dgm:pt>
    <dgm:pt modelId="{000D320B-BF67-4886-99E9-482E6973B47A}" type="parTrans" cxnId="{3A772671-3BAE-41BB-8EDE-88FB648BFD8C}">
      <dgm:prSet/>
      <dgm:spPr/>
      <dgm:t>
        <a:bodyPr/>
        <a:lstStyle/>
        <a:p>
          <a:endParaRPr lang="en-US"/>
        </a:p>
      </dgm:t>
    </dgm:pt>
    <dgm:pt modelId="{5FB8A6FA-FD75-4DCC-A794-49C27684D1CB}" type="sibTrans" cxnId="{3A772671-3BAE-41BB-8EDE-88FB648BFD8C}">
      <dgm:prSet/>
      <dgm:spPr/>
      <dgm:t>
        <a:bodyPr/>
        <a:lstStyle/>
        <a:p>
          <a:endParaRPr lang="en-US"/>
        </a:p>
      </dgm:t>
    </dgm:pt>
    <dgm:pt modelId="{5D6B8365-DE20-4D71-A18B-69903491FC7C}">
      <dgm:prSet/>
      <dgm:spPr/>
      <dgm:t>
        <a:bodyPr/>
        <a:lstStyle/>
        <a:p>
          <a:r>
            <a:rPr lang="en-AU" b="1"/>
            <a:t>Social supports (Relationship history)</a:t>
          </a:r>
          <a:r>
            <a:rPr lang="en-AU"/>
            <a:t> </a:t>
          </a:r>
          <a:endParaRPr lang="en-US"/>
        </a:p>
      </dgm:t>
    </dgm:pt>
    <dgm:pt modelId="{6F73099F-6C86-471C-A617-8A9FE412777F}" type="parTrans" cxnId="{AA6393CA-FA33-4330-AF2D-3C5A1AA32246}">
      <dgm:prSet/>
      <dgm:spPr/>
      <dgm:t>
        <a:bodyPr/>
        <a:lstStyle/>
        <a:p>
          <a:endParaRPr lang="en-US"/>
        </a:p>
      </dgm:t>
    </dgm:pt>
    <dgm:pt modelId="{A358B8B2-FEFB-4E97-A02C-C7AAC2E3533E}" type="sibTrans" cxnId="{AA6393CA-FA33-4330-AF2D-3C5A1AA32246}">
      <dgm:prSet/>
      <dgm:spPr/>
      <dgm:t>
        <a:bodyPr/>
        <a:lstStyle/>
        <a:p>
          <a:endParaRPr lang="en-US"/>
        </a:p>
      </dgm:t>
    </dgm:pt>
    <dgm:pt modelId="{10FCD390-A360-408E-BC1C-454BD9B13830}">
      <dgm:prSet/>
      <dgm:spPr/>
      <dgm:t>
        <a:bodyPr/>
        <a:lstStyle/>
        <a:p>
          <a:r>
            <a:rPr lang="en-AU"/>
            <a:t>Who do you lean on in times of trouble? Who leans on you? </a:t>
          </a:r>
          <a:endParaRPr lang="en-US"/>
        </a:p>
      </dgm:t>
    </dgm:pt>
    <dgm:pt modelId="{644F59AE-78D8-4A5B-8FF7-A544BACDA98C}" type="parTrans" cxnId="{C6AE61A9-42EC-42B2-A847-09406DC2DE3C}">
      <dgm:prSet/>
      <dgm:spPr/>
      <dgm:t>
        <a:bodyPr/>
        <a:lstStyle/>
        <a:p>
          <a:endParaRPr lang="en-US"/>
        </a:p>
      </dgm:t>
    </dgm:pt>
    <dgm:pt modelId="{DFD18DBA-4ED9-4B20-B32E-13A9D1AB03BF}" type="sibTrans" cxnId="{C6AE61A9-42EC-42B2-A847-09406DC2DE3C}">
      <dgm:prSet/>
      <dgm:spPr/>
      <dgm:t>
        <a:bodyPr/>
        <a:lstStyle/>
        <a:p>
          <a:endParaRPr lang="en-US"/>
        </a:p>
      </dgm:t>
    </dgm:pt>
    <dgm:pt modelId="{3D3BD7FD-DD93-4FCC-94B3-297FBACAE907}">
      <dgm:prSet/>
      <dgm:spPr/>
      <dgm:t>
        <a:bodyPr/>
        <a:lstStyle/>
        <a:p>
          <a:r>
            <a:rPr lang="en-AU" b="1"/>
            <a:t>Personal gifts (Forensic history, drug and alcohol)</a:t>
          </a:r>
          <a:r>
            <a:rPr lang="en-AU"/>
            <a:t> </a:t>
          </a:r>
          <a:endParaRPr lang="en-US"/>
        </a:p>
      </dgm:t>
    </dgm:pt>
    <dgm:pt modelId="{7FC5422B-0292-4C82-AB3C-B518679E7479}" type="parTrans" cxnId="{FFD391A1-A7DA-4119-BAC9-358033C7192E}">
      <dgm:prSet/>
      <dgm:spPr/>
      <dgm:t>
        <a:bodyPr/>
        <a:lstStyle/>
        <a:p>
          <a:endParaRPr lang="en-US"/>
        </a:p>
      </dgm:t>
    </dgm:pt>
    <dgm:pt modelId="{3E65BB3C-25A3-41C7-8F7A-40FC55677FCF}" type="sibTrans" cxnId="{FFD391A1-A7DA-4119-BAC9-358033C7192E}">
      <dgm:prSet/>
      <dgm:spPr/>
      <dgm:t>
        <a:bodyPr/>
        <a:lstStyle/>
        <a:p>
          <a:endParaRPr lang="en-US"/>
        </a:p>
      </dgm:t>
    </dgm:pt>
    <dgm:pt modelId="{739D440A-0547-4514-BC5D-41160CFB18EF}">
      <dgm:prSet/>
      <dgm:spPr/>
      <dgm:t>
        <a:bodyPr/>
        <a:lstStyle/>
        <a:p>
          <a:r>
            <a:rPr lang="en-AU"/>
            <a:t>What is special about you? Has anyone ever paid you a compliment? What things that you’ve done or ways that you’ve behaved make you feel really proud of yourself? </a:t>
          </a:r>
          <a:endParaRPr lang="en-US"/>
        </a:p>
      </dgm:t>
    </dgm:pt>
    <dgm:pt modelId="{65EE67FC-FE1F-401B-8529-9DF00A8E0467}" type="parTrans" cxnId="{6E5F4DE1-6E84-4ABF-B700-61D03A1A4159}">
      <dgm:prSet/>
      <dgm:spPr/>
      <dgm:t>
        <a:bodyPr/>
        <a:lstStyle/>
        <a:p>
          <a:endParaRPr lang="en-US"/>
        </a:p>
      </dgm:t>
    </dgm:pt>
    <dgm:pt modelId="{9974D672-272D-4227-8A48-755D1409AA1F}" type="sibTrans" cxnId="{6E5F4DE1-6E84-4ABF-B700-61D03A1A4159}">
      <dgm:prSet/>
      <dgm:spPr/>
      <dgm:t>
        <a:bodyPr/>
        <a:lstStyle/>
        <a:p>
          <a:endParaRPr lang="en-US"/>
        </a:p>
      </dgm:t>
    </dgm:pt>
    <dgm:pt modelId="{41704A01-D14F-4DD3-BDD6-1810E49CAFE8}">
      <dgm:prSet/>
      <dgm:spPr/>
      <dgm:t>
        <a:bodyPr/>
        <a:lstStyle/>
        <a:p>
          <a:r>
            <a:rPr lang="en-AU" dirty="0"/>
            <a:t>A positive identity also emerges from healthy living, eating and fitness, or anything that makes people feel good about themselves.</a:t>
          </a:r>
          <a:endParaRPr lang="en-US" dirty="0"/>
        </a:p>
      </dgm:t>
    </dgm:pt>
    <dgm:pt modelId="{FA77D5B3-A55F-4CED-85C8-E0949FE9AFFC}" type="parTrans" cxnId="{6DBF4037-EA10-4E3A-B4E2-AE5374E7722E}">
      <dgm:prSet/>
      <dgm:spPr/>
      <dgm:t>
        <a:bodyPr/>
        <a:lstStyle/>
        <a:p>
          <a:endParaRPr lang="en-US"/>
        </a:p>
      </dgm:t>
    </dgm:pt>
    <dgm:pt modelId="{A2312BB7-0E39-4440-BC9A-44E8F4CA0810}" type="sibTrans" cxnId="{6DBF4037-EA10-4E3A-B4E2-AE5374E7722E}">
      <dgm:prSet/>
      <dgm:spPr/>
      <dgm:t>
        <a:bodyPr/>
        <a:lstStyle/>
        <a:p>
          <a:endParaRPr lang="en-US"/>
        </a:p>
      </dgm:t>
    </dgm:pt>
    <dgm:pt modelId="{432E5FA5-964D-4FB7-A6F9-E5BD38A0B1D7}" type="pres">
      <dgm:prSet presAssocID="{DE09C978-94A0-4B58-8E7E-76D31483EECE}" presName="linear" presStyleCnt="0">
        <dgm:presLayoutVars>
          <dgm:animLvl val="lvl"/>
          <dgm:resizeHandles val="exact"/>
        </dgm:presLayoutVars>
      </dgm:prSet>
      <dgm:spPr/>
    </dgm:pt>
    <dgm:pt modelId="{8917FC74-A46A-4284-83A2-9095862031E4}" type="pres">
      <dgm:prSet presAssocID="{C08B3753-63E7-4648-B7CF-DA539FAA824B}" presName="parentText" presStyleLbl="node1" presStyleIdx="0" presStyleCnt="5">
        <dgm:presLayoutVars>
          <dgm:chMax val="0"/>
          <dgm:bulletEnabled val="1"/>
        </dgm:presLayoutVars>
      </dgm:prSet>
      <dgm:spPr/>
    </dgm:pt>
    <dgm:pt modelId="{A5BA27D4-F455-4607-A6DD-A73C183E75D4}" type="pres">
      <dgm:prSet presAssocID="{C08B3753-63E7-4648-B7CF-DA539FAA824B}" presName="childText" presStyleLbl="revTx" presStyleIdx="0" presStyleCnt="5">
        <dgm:presLayoutVars>
          <dgm:bulletEnabled val="1"/>
        </dgm:presLayoutVars>
      </dgm:prSet>
      <dgm:spPr/>
    </dgm:pt>
    <dgm:pt modelId="{E5B3A507-A75B-4677-8F2F-705E7B25C654}" type="pres">
      <dgm:prSet presAssocID="{ECC768B3-BCBF-4696-8A4B-E0014A044AB4}" presName="parentText" presStyleLbl="node1" presStyleIdx="1" presStyleCnt="5">
        <dgm:presLayoutVars>
          <dgm:chMax val="0"/>
          <dgm:bulletEnabled val="1"/>
        </dgm:presLayoutVars>
      </dgm:prSet>
      <dgm:spPr/>
    </dgm:pt>
    <dgm:pt modelId="{DF9751CB-9465-432E-BEAB-3336F982D7FB}" type="pres">
      <dgm:prSet presAssocID="{ECC768B3-BCBF-4696-8A4B-E0014A044AB4}" presName="childText" presStyleLbl="revTx" presStyleIdx="1" presStyleCnt="5">
        <dgm:presLayoutVars>
          <dgm:bulletEnabled val="1"/>
        </dgm:presLayoutVars>
      </dgm:prSet>
      <dgm:spPr/>
    </dgm:pt>
    <dgm:pt modelId="{57F298E6-6BF1-4854-9412-8D4A88FF83BD}" type="pres">
      <dgm:prSet presAssocID="{C6C85D36-5C17-4883-9F84-D8A699FCEFFA}" presName="parentText" presStyleLbl="node1" presStyleIdx="2" presStyleCnt="5">
        <dgm:presLayoutVars>
          <dgm:chMax val="0"/>
          <dgm:bulletEnabled val="1"/>
        </dgm:presLayoutVars>
      </dgm:prSet>
      <dgm:spPr/>
    </dgm:pt>
    <dgm:pt modelId="{F87FAC29-9F86-40EB-9CC9-9E399A399985}" type="pres">
      <dgm:prSet presAssocID="{C6C85D36-5C17-4883-9F84-D8A699FCEFFA}" presName="childText" presStyleLbl="revTx" presStyleIdx="2" presStyleCnt="5">
        <dgm:presLayoutVars>
          <dgm:bulletEnabled val="1"/>
        </dgm:presLayoutVars>
      </dgm:prSet>
      <dgm:spPr/>
    </dgm:pt>
    <dgm:pt modelId="{1CFF8165-BFC0-4361-8AEE-D254A0AD9CAF}" type="pres">
      <dgm:prSet presAssocID="{5D6B8365-DE20-4D71-A18B-69903491FC7C}" presName="parentText" presStyleLbl="node1" presStyleIdx="3" presStyleCnt="5">
        <dgm:presLayoutVars>
          <dgm:chMax val="0"/>
          <dgm:bulletEnabled val="1"/>
        </dgm:presLayoutVars>
      </dgm:prSet>
      <dgm:spPr/>
    </dgm:pt>
    <dgm:pt modelId="{1266A472-2B18-429F-8B3E-1BA37AF0810B}" type="pres">
      <dgm:prSet presAssocID="{5D6B8365-DE20-4D71-A18B-69903491FC7C}" presName="childText" presStyleLbl="revTx" presStyleIdx="3" presStyleCnt="5">
        <dgm:presLayoutVars>
          <dgm:bulletEnabled val="1"/>
        </dgm:presLayoutVars>
      </dgm:prSet>
      <dgm:spPr/>
    </dgm:pt>
    <dgm:pt modelId="{949E62C3-523A-4638-89D4-B1E5DF8C2CEF}" type="pres">
      <dgm:prSet presAssocID="{3D3BD7FD-DD93-4FCC-94B3-297FBACAE907}" presName="parentText" presStyleLbl="node1" presStyleIdx="4" presStyleCnt="5">
        <dgm:presLayoutVars>
          <dgm:chMax val="0"/>
          <dgm:bulletEnabled val="1"/>
        </dgm:presLayoutVars>
      </dgm:prSet>
      <dgm:spPr/>
    </dgm:pt>
    <dgm:pt modelId="{9BC0B84F-4DD2-4D51-B6D4-47E53AA87819}" type="pres">
      <dgm:prSet presAssocID="{3D3BD7FD-DD93-4FCC-94B3-297FBACAE907}" presName="childText" presStyleLbl="revTx" presStyleIdx="4" presStyleCnt="5">
        <dgm:presLayoutVars>
          <dgm:bulletEnabled val="1"/>
        </dgm:presLayoutVars>
      </dgm:prSet>
      <dgm:spPr/>
    </dgm:pt>
  </dgm:ptLst>
  <dgm:cxnLst>
    <dgm:cxn modelId="{6DBF4037-EA10-4E3A-B4E2-AE5374E7722E}" srcId="{3D3BD7FD-DD93-4FCC-94B3-297FBACAE907}" destId="{41704A01-D14F-4DD3-BDD6-1810E49CAFE8}" srcOrd="1" destOrd="0" parTransId="{FA77D5B3-A55F-4CED-85C8-E0949FE9AFFC}" sibTransId="{A2312BB7-0E39-4440-BC9A-44E8F4CA0810}"/>
    <dgm:cxn modelId="{B152DB3C-4AD7-4C60-B88E-6B0847C510AE}" srcId="{C08B3753-63E7-4648-B7CF-DA539FAA824B}" destId="{745A8ADE-5DB2-4AFE-9BF0-6D2F7142BDBD}" srcOrd="0" destOrd="0" parTransId="{AF84692C-502B-427F-9B6B-17CE854C2E75}" sibTransId="{4BC15688-4722-4D69-9BDE-948F47C35B47}"/>
    <dgm:cxn modelId="{8761135C-6C7D-4065-905B-2D6D2A1781C4}" srcId="{DE09C978-94A0-4B58-8E7E-76D31483EECE}" destId="{C6C85D36-5C17-4883-9F84-D8A699FCEFFA}" srcOrd="2" destOrd="0" parTransId="{9BF1C524-9DFF-4CEC-A3B0-DFA7B8D08FE3}" sibTransId="{F3305408-2ABC-4D3A-A644-73E8E919FD1E}"/>
    <dgm:cxn modelId="{667E3641-A100-4C7E-8C8D-137F160013D6}" type="presOf" srcId="{DE09C978-94A0-4B58-8E7E-76D31483EECE}" destId="{432E5FA5-964D-4FB7-A6F9-E5BD38A0B1D7}" srcOrd="0" destOrd="0" presId="urn:microsoft.com/office/officeart/2005/8/layout/vList2"/>
    <dgm:cxn modelId="{536AE547-AFD4-41D6-91EA-6B18C86AF434}" type="presOf" srcId="{5D6B8365-DE20-4D71-A18B-69903491FC7C}" destId="{1CFF8165-BFC0-4361-8AEE-D254A0AD9CAF}" srcOrd="0" destOrd="0" presId="urn:microsoft.com/office/officeart/2005/8/layout/vList2"/>
    <dgm:cxn modelId="{751E5D4D-426E-4261-BB12-798BB6A8B61A}" srcId="{C08B3753-63E7-4648-B7CF-DA539FAA824B}" destId="{C1C337D8-B42D-4B7D-887A-B332408E2682}" srcOrd="1" destOrd="0" parTransId="{B843A94C-279D-40C1-AA6A-6F8B9C58E401}" sibTransId="{F1781C3E-006F-4782-9000-49267EFE9A8D}"/>
    <dgm:cxn modelId="{76867E6D-0AAB-4614-8475-090F9373BFBD}" type="presOf" srcId="{C1C337D8-B42D-4B7D-887A-B332408E2682}" destId="{A5BA27D4-F455-4607-A6DD-A73C183E75D4}" srcOrd="0" destOrd="1" presId="urn:microsoft.com/office/officeart/2005/8/layout/vList2"/>
    <dgm:cxn modelId="{3A772671-3BAE-41BB-8EDE-88FB648BFD8C}" srcId="{C6C85D36-5C17-4883-9F84-D8A699FCEFFA}" destId="{5AFDEF58-B612-4EB8-B659-FF78F9F71A14}" srcOrd="0" destOrd="0" parTransId="{000D320B-BF67-4886-99E9-482E6973B47A}" sibTransId="{5FB8A6FA-FD75-4DCC-A794-49C27684D1CB}"/>
    <dgm:cxn modelId="{93FF6771-58D5-4832-A696-DF805EDEF395}" type="presOf" srcId="{10FCD390-A360-408E-BC1C-454BD9B13830}" destId="{1266A472-2B18-429F-8B3E-1BA37AF0810B}" srcOrd="0" destOrd="0" presId="urn:microsoft.com/office/officeart/2005/8/layout/vList2"/>
    <dgm:cxn modelId="{D895BC73-DF5F-4AC8-AF65-3A6C5A6188A5}" type="presOf" srcId="{0FE639C0-49B5-4BAB-A81D-7D94AC6093A1}" destId="{DF9751CB-9465-432E-BEAB-3336F982D7FB}" srcOrd="0" destOrd="0" presId="urn:microsoft.com/office/officeart/2005/8/layout/vList2"/>
    <dgm:cxn modelId="{BF2B9574-63F8-44FF-A3A1-92F15E305236}" type="presOf" srcId="{5AFDEF58-B612-4EB8-B659-FF78F9F71A14}" destId="{F87FAC29-9F86-40EB-9CC9-9E399A399985}" srcOrd="0" destOrd="0" presId="urn:microsoft.com/office/officeart/2005/8/layout/vList2"/>
    <dgm:cxn modelId="{5A55A979-18A3-49CC-A2CD-6413E4EFE4EA}" type="presOf" srcId="{41704A01-D14F-4DD3-BDD6-1810E49CAFE8}" destId="{9BC0B84F-4DD2-4D51-B6D4-47E53AA87819}" srcOrd="0" destOrd="1" presId="urn:microsoft.com/office/officeart/2005/8/layout/vList2"/>
    <dgm:cxn modelId="{FFD391A1-A7DA-4119-BAC9-358033C7192E}" srcId="{DE09C978-94A0-4B58-8E7E-76D31483EECE}" destId="{3D3BD7FD-DD93-4FCC-94B3-297FBACAE907}" srcOrd="4" destOrd="0" parTransId="{7FC5422B-0292-4C82-AB3C-B518679E7479}" sibTransId="{3E65BB3C-25A3-41C7-8F7A-40FC55677FCF}"/>
    <dgm:cxn modelId="{DBE885A2-2C07-4B79-8235-F7131125EF9F}" type="presOf" srcId="{C08B3753-63E7-4648-B7CF-DA539FAA824B}" destId="{8917FC74-A46A-4284-83A2-9095862031E4}" srcOrd="0" destOrd="0" presId="urn:microsoft.com/office/officeart/2005/8/layout/vList2"/>
    <dgm:cxn modelId="{C6AE61A9-42EC-42B2-A847-09406DC2DE3C}" srcId="{5D6B8365-DE20-4D71-A18B-69903491FC7C}" destId="{10FCD390-A360-408E-BC1C-454BD9B13830}" srcOrd="0" destOrd="0" parTransId="{644F59AE-78D8-4A5B-8FF7-A544BACDA98C}" sibTransId="{DFD18DBA-4ED9-4B20-B32E-13A9D1AB03BF}"/>
    <dgm:cxn modelId="{15CFBFAC-DBA8-4B37-9A8A-5E4144A62782}" type="presOf" srcId="{C6C85D36-5C17-4883-9F84-D8A699FCEFFA}" destId="{57F298E6-6BF1-4854-9412-8D4A88FF83BD}" srcOrd="0" destOrd="0" presId="urn:microsoft.com/office/officeart/2005/8/layout/vList2"/>
    <dgm:cxn modelId="{34DCF5AC-0693-44E5-BCF5-E67D5C03A491}" type="presOf" srcId="{ECC768B3-BCBF-4696-8A4B-E0014A044AB4}" destId="{E5B3A507-A75B-4677-8F2F-705E7B25C654}" srcOrd="0" destOrd="0" presId="urn:microsoft.com/office/officeart/2005/8/layout/vList2"/>
    <dgm:cxn modelId="{5441B8B5-D653-478B-B258-D5158F79CF8F}" srcId="{ECC768B3-BCBF-4696-8A4B-E0014A044AB4}" destId="{0FE639C0-49B5-4BAB-A81D-7D94AC6093A1}" srcOrd="0" destOrd="0" parTransId="{85B9B42F-DCB9-478A-A92C-5E977017B60A}" sibTransId="{40418149-C947-4A38-B2B1-55E4243C9794}"/>
    <dgm:cxn modelId="{08C01FBA-1101-47E0-A2D7-9BA9B8122898}" srcId="{DE09C978-94A0-4B58-8E7E-76D31483EECE}" destId="{C08B3753-63E7-4648-B7CF-DA539FAA824B}" srcOrd="0" destOrd="0" parTransId="{47B864C5-6CCB-4951-9331-2E08672C6271}" sibTransId="{1572D22A-C25B-4994-A1FE-923993E070D0}"/>
    <dgm:cxn modelId="{EED5A8C7-9CBE-40AB-81E1-192197046EA5}" srcId="{DE09C978-94A0-4B58-8E7E-76D31483EECE}" destId="{ECC768B3-BCBF-4696-8A4B-E0014A044AB4}" srcOrd="1" destOrd="0" parTransId="{373CA1CA-115C-4E51-83E0-9B439B0445B1}" sibTransId="{49D9DBB7-B160-4169-BCA9-451C89918FB1}"/>
    <dgm:cxn modelId="{A16824C8-18E1-4760-AEC6-63F2A99E427B}" type="presOf" srcId="{3D3BD7FD-DD93-4FCC-94B3-297FBACAE907}" destId="{949E62C3-523A-4638-89D4-B1E5DF8C2CEF}" srcOrd="0" destOrd="0" presId="urn:microsoft.com/office/officeart/2005/8/layout/vList2"/>
    <dgm:cxn modelId="{AA6393CA-FA33-4330-AF2D-3C5A1AA32246}" srcId="{DE09C978-94A0-4B58-8E7E-76D31483EECE}" destId="{5D6B8365-DE20-4D71-A18B-69903491FC7C}" srcOrd="3" destOrd="0" parTransId="{6F73099F-6C86-471C-A617-8A9FE412777F}" sibTransId="{A358B8B2-FEFB-4E97-A02C-C7AAC2E3533E}"/>
    <dgm:cxn modelId="{D9563CD3-0C4B-411A-AC34-7983DC8A51DC}" type="presOf" srcId="{745A8ADE-5DB2-4AFE-9BF0-6D2F7142BDBD}" destId="{A5BA27D4-F455-4607-A6DD-A73C183E75D4}" srcOrd="0" destOrd="0" presId="urn:microsoft.com/office/officeart/2005/8/layout/vList2"/>
    <dgm:cxn modelId="{6E5F4DE1-6E84-4ABF-B700-61D03A1A4159}" srcId="{3D3BD7FD-DD93-4FCC-94B3-297FBACAE907}" destId="{739D440A-0547-4514-BC5D-41160CFB18EF}" srcOrd="0" destOrd="0" parTransId="{65EE67FC-FE1F-401B-8529-9DF00A8E0467}" sibTransId="{9974D672-272D-4227-8A48-755D1409AA1F}"/>
    <dgm:cxn modelId="{89744AF9-06D9-46A6-BC92-3ECC74DB56F2}" type="presOf" srcId="{739D440A-0547-4514-BC5D-41160CFB18EF}" destId="{9BC0B84F-4DD2-4D51-B6D4-47E53AA87819}" srcOrd="0" destOrd="0" presId="urn:microsoft.com/office/officeart/2005/8/layout/vList2"/>
    <dgm:cxn modelId="{86083DF3-BE9E-4853-890E-F4B78DD6D8FE}" type="presParOf" srcId="{432E5FA5-964D-4FB7-A6F9-E5BD38A0B1D7}" destId="{8917FC74-A46A-4284-83A2-9095862031E4}" srcOrd="0" destOrd="0" presId="urn:microsoft.com/office/officeart/2005/8/layout/vList2"/>
    <dgm:cxn modelId="{66F860FE-5592-41A8-9C00-8241A5F6BC3A}" type="presParOf" srcId="{432E5FA5-964D-4FB7-A6F9-E5BD38A0B1D7}" destId="{A5BA27D4-F455-4607-A6DD-A73C183E75D4}" srcOrd="1" destOrd="0" presId="urn:microsoft.com/office/officeart/2005/8/layout/vList2"/>
    <dgm:cxn modelId="{3AB28075-3E24-4EAA-BF6E-808B2389DDF0}" type="presParOf" srcId="{432E5FA5-964D-4FB7-A6F9-E5BD38A0B1D7}" destId="{E5B3A507-A75B-4677-8F2F-705E7B25C654}" srcOrd="2" destOrd="0" presId="urn:microsoft.com/office/officeart/2005/8/layout/vList2"/>
    <dgm:cxn modelId="{637FD7B2-A774-4611-AFEF-CC24DFFE7CC0}" type="presParOf" srcId="{432E5FA5-964D-4FB7-A6F9-E5BD38A0B1D7}" destId="{DF9751CB-9465-432E-BEAB-3336F982D7FB}" srcOrd="3" destOrd="0" presId="urn:microsoft.com/office/officeart/2005/8/layout/vList2"/>
    <dgm:cxn modelId="{0BA5DE8C-7FE5-41E5-BCC2-E477176BB1FB}" type="presParOf" srcId="{432E5FA5-964D-4FB7-A6F9-E5BD38A0B1D7}" destId="{57F298E6-6BF1-4854-9412-8D4A88FF83BD}" srcOrd="4" destOrd="0" presId="urn:microsoft.com/office/officeart/2005/8/layout/vList2"/>
    <dgm:cxn modelId="{3993AD80-B29A-4CA1-A2E5-AE6E075A4040}" type="presParOf" srcId="{432E5FA5-964D-4FB7-A6F9-E5BD38A0B1D7}" destId="{F87FAC29-9F86-40EB-9CC9-9E399A399985}" srcOrd="5" destOrd="0" presId="urn:microsoft.com/office/officeart/2005/8/layout/vList2"/>
    <dgm:cxn modelId="{CEE1AFB9-633A-42F8-AF11-6F7C2435ED53}" type="presParOf" srcId="{432E5FA5-964D-4FB7-A6F9-E5BD38A0B1D7}" destId="{1CFF8165-BFC0-4361-8AEE-D254A0AD9CAF}" srcOrd="6" destOrd="0" presId="urn:microsoft.com/office/officeart/2005/8/layout/vList2"/>
    <dgm:cxn modelId="{97D63C93-8F40-4AFF-8EF1-E269949E5395}" type="presParOf" srcId="{432E5FA5-964D-4FB7-A6F9-E5BD38A0B1D7}" destId="{1266A472-2B18-429F-8B3E-1BA37AF0810B}" srcOrd="7" destOrd="0" presId="urn:microsoft.com/office/officeart/2005/8/layout/vList2"/>
    <dgm:cxn modelId="{82D6A0B8-4A38-41F4-9EBF-B4463305E1E0}" type="presParOf" srcId="{432E5FA5-964D-4FB7-A6F9-E5BD38A0B1D7}" destId="{949E62C3-523A-4638-89D4-B1E5DF8C2CEF}" srcOrd="8" destOrd="0" presId="urn:microsoft.com/office/officeart/2005/8/layout/vList2"/>
    <dgm:cxn modelId="{A78DCCAB-BC5B-424D-99C2-CA183BA7FA16}" type="presParOf" srcId="{432E5FA5-964D-4FB7-A6F9-E5BD38A0B1D7}" destId="{9BC0B84F-4DD2-4D51-B6D4-47E53AA87819}"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22F7CF9-6FCD-4D4D-9867-DB423CFBBE51}"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71FA7A6F-46C8-42A4-8F17-0432122BF520}">
      <dgm:prSet/>
      <dgm:spPr/>
      <dgm:t>
        <a:bodyPr/>
        <a:lstStyle/>
        <a:p>
          <a:r>
            <a:rPr lang="en-US"/>
            <a:t>Stable social support (friends, family, significant others)</a:t>
          </a:r>
        </a:p>
      </dgm:t>
    </dgm:pt>
    <dgm:pt modelId="{3E1AE9E0-1042-4F04-904D-4CE62565FC9D}" type="parTrans" cxnId="{E1D2A9F8-68D3-46D8-862E-078580027F6F}">
      <dgm:prSet/>
      <dgm:spPr/>
      <dgm:t>
        <a:bodyPr/>
        <a:lstStyle/>
        <a:p>
          <a:endParaRPr lang="en-US"/>
        </a:p>
      </dgm:t>
    </dgm:pt>
    <dgm:pt modelId="{60BF91F8-8468-441C-90FA-A64E7AC870CA}" type="sibTrans" cxnId="{E1D2A9F8-68D3-46D8-862E-078580027F6F}">
      <dgm:prSet/>
      <dgm:spPr/>
      <dgm:t>
        <a:bodyPr/>
        <a:lstStyle/>
        <a:p>
          <a:endParaRPr lang="en-US"/>
        </a:p>
      </dgm:t>
    </dgm:pt>
    <dgm:pt modelId="{B90AD28B-4723-4313-885F-E2D41D7A2297}">
      <dgm:prSet/>
      <dgm:spPr/>
      <dgm:t>
        <a:bodyPr/>
        <a:lstStyle/>
        <a:p>
          <a:r>
            <a:rPr lang="en-AU"/>
            <a:t>Peer group affiliation</a:t>
          </a:r>
          <a:endParaRPr lang="en-US"/>
        </a:p>
      </dgm:t>
    </dgm:pt>
    <dgm:pt modelId="{02A15EFB-0243-4BBE-B923-20FAD391267E}" type="parTrans" cxnId="{9329146D-51D5-4943-B457-A8E0D8D9CDEF}">
      <dgm:prSet/>
      <dgm:spPr/>
      <dgm:t>
        <a:bodyPr/>
        <a:lstStyle/>
        <a:p>
          <a:endParaRPr lang="en-US"/>
        </a:p>
      </dgm:t>
    </dgm:pt>
    <dgm:pt modelId="{FF92B1C4-9E97-4936-91ED-A848F36C02C8}" type="sibTrans" cxnId="{9329146D-51D5-4943-B457-A8E0D8D9CDEF}">
      <dgm:prSet/>
      <dgm:spPr/>
      <dgm:t>
        <a:bodyPr/>
        <a:lstStyle/>
        <a:p>
          <a:endParaRPr lang="en-US"/>
        </a:p>
      </dgm:t>
    </dgm:pt>
    <dgm:pt modelId="{33B627C1-2FFD-40B6-84B8-8D2BDD023CB1}">
      <dgm:prSet/>
      <dgm:spPr/>
      <dgm:t>
        <a:bodyPr/>
        <a:lstStyle/>
        <a:p>
          <a:r>
            <a:rPr lang="en-US"/>
            <a:t>Good coping and problem-solving skills</a:t>
          </a:r>
        </a:p>
      </dgm:t>
    </dgm:pt>
    <dgm:pt modelId="{578688C8-ECDA-4E42-9CBF-2D9D501721A2}" type="parTrans" cxnId="{543B2606-1765-4834-A2E0-5FD21D8E2843}">
      <dgm:prSet/>
      <dgm:spPr/>
      <dgm:t>
        <a:bodyPr/>
        <a:lstStyle/>
        <a:p>
          <a:endParaRPr lang="en-US"/>
        </a:p>
      </dgm:t>
    </dgm:pt>
    <dgm:pt modelId="{4D39312D-F77E-4113-B1DE-7278906050A1}" type="sibTrans" cxnId="{543B2606-1765-4834-A2E0-5FD21D8E2843}">
      <dgm:prSet/>
      <dgm:spPr/>
      <dgm:t>
        <a:bodyPr/>
        <a:lstStyle/>
        <a:p>
          <a:endParaRPr lang="en-US"/>
        </a:p>
      </dgm:t>
    </dgm:pt>
    <dgm:pt modelId="{318FE4DE-A46E-4600-8623-BBCCFEFD9B38}">
      <dgm:prSet/>
      <dgm:spPr/>
      <dgm:t>
        <a:bodyPr/>
        <a:lstStyle/>
        <a:p>
          <a:r>
            <a:rPr lang="en-AU"/>
            <a:t>Positive values and beliefs</a:t>
          </a:r>
          <a:endParaRPr lang="en-US"/>
        </a:p>
      </dgm:t>
    </dgm:pt>
    <dgm:pt modelId="{D14BD6A7-F4FD-427C-AB4E-0C27379B1A07}" type="parTrans" cxnId="{00E2ECC9-A2D1-4D68-9610-A46042E0F14B}">
      <dgm:prSet/>
      <dgm:spPr/>
      <dgm:t>
        <a:bodyPr/>
        <a:lstStyle/>
        <a:p>
          <a:endParaRPr lang="en-US"/>
        </a:p>
      </dgm:t>
    </dgm:pt>
    <dgm:pt modelId="{796E7E58-E145-45CC-BFFB-448432DD6C65}" type="sibTrans" cxnId="{00E2ECC9-A2D1-4D68-9610-A46042E0F14B}">
      <dgm:prSet/>
      <dgm:spPr/>
      <dgm:t>
        <a:bodyPr/>
        <a:lstStyle/>
        <a:p>
          <a:endParaRPr lang="en-US"/>
        </a:p>
      </dgm:t>
    </dgm:pt>
    <dgm:pt modelId="{472017B3-0AF4-409E-97A8-B1A9B909D74E}">
      <dgm:prSet/>
      <dgm:spPr/>
      <dgm:t>
        <a:bodyPr/>
        <a:lstStyle/>
        <a:p>
          <a:r>
            <a:rPr lang="en-US"/>
            <a:t>Ability to seek and access help</a:t>
          </a:r>
        </a:p>
      </dgm:t>
    </dgm:pt>
    <dgm:pt modelId="{81011F98-6797-49F7-9892-3B931D1029A7}" type="parTrans" cxnId="{879B5350-1269-4846-ABAF-344CD19A7964}">
      <dgm:prSet/>
      <dgm:spPr/>
      <dgm:t>
        <a:bodyPr/>
        <a:lstStyle/>
        <a:p>
          <a:endParaRPr lang="en-US"/>
        </a:p>
      </dgm:t>
    </dgm:pt>
    <dgm:pt modelId="{C42BE54E-CC56-402A-B380-A10283811187}" type="sibTrans" cxnId="{879B5350-1269-4846-ABAF-344CD19A7964}">
      <dgm:prSet/>
      <dgm:spPr/>
      <dgm:t>
        <a:bodyPr/>
        <a:lstStyle/>
        <a:p>
          <a:endParaRPr lang="en-US"/>
        </a:p>
      </dgm:t>
    </dgm:pt>
    <dgm:pt modelId="{A7186F56-C624-43CF-BA2F-2F544B9BE450}">
      <dgm:prSet/>
      <dgm:spPr/>
      <dgm:t>
        <a:bodyPr/>
        <a:lstStyle/>
        <a:p>
          <a:r>
            <a:rPr lang="en-US"/>
            <a:t>Stable employment &amp; accommodation</a:t>
          </a:r>
        </a:p>
      </dgm:t>
    </dgm:pt>
    <dgm:pt modelId="{FA4783EE-71F9-4B2C-AB43-64FD1A8D363E}" type="parTrans" cxnId="{201D1070-8D31-4F39-ADD7-F73AC0ED11E6}">
      <dgm:prSet/>
      <dgm:spPr/>
      <dgm:t>
        <a:bodyPr/>
        <a:lstStyle/>
        <a:p>
          <a:endParaRPr lang="en-US"/>
        </a:p>
      </dgm:t>
    </dgm:pt>
    <dgm:pt modelId="{1E1BD40D-9697-4893-A724-35DF7214FF7B}" type="sibTrans" cxnId="{201D1070-8D31-4F39-ADD7-F73AC0ED11E6}">
      <dgm:prSet/>
      <dgm:spPr/>
      <dgm:t>
        <a:bodyPr/>
        <a:lstStyle/>
        <a:p>
          <a:endParaRPr lang="en-US"/>
        </a:p>
      </dgm:t>
    </dgm:pt>
    <dgm:pt modelId="{C910E1BC-43E6-4F75-99E1-2BF24FCEF0EF}">
      <dgm:prSet/>
      <dgm:spPr/>
      <dgm:t>
        <a:bodyPr/>
        <a:lstStyle/>
        <a:p>
          <a:r>
            <a:rPr lang="en-US"/>
            <a:t>Prolonged abstinence from substances</a:t>
          </a:r>
        </a:p>
      </dgm:t>
    </dgm:pt>
    <dgm:pt modelId="{EE2635AF-6F6A-49D8-8F14-6740693DBB51}" type="parTrans" cxnId="{C48DE3E9-90FC-49FA-B9E7-79BEE81FD3B1}">
      <dgm:prSet/>
      <dgm:spPr/>
      <dgm:t>
        <a:bodyPr/>
        <a:lstStyle/>
        <a:p>
          <a:endParaRPr lang="en-US"/>
        </a:p>
      </dgm:t>
    </dgm:pt>
    <dgm:pt modelId="{8ADE51FD-501E-48E5-B5B7-941B102AFCE8}" type="sibTrans" cxnId="{C48DE3E9-90FC-49FA-B9E7-79BEE81FD3B1}">
      <dgm:prSet/>
      <dgm:spPr/>
      <dgm:t>
        <a:bodyPr/>
        <a:lstStyle/>
        <a:p>
          <a:endParaRPr lang="en-US"/>
        </a:p>
      </dgm:t>
    </dgm:pt>
    <dgm:pt modelId="{C5F3D145-736A-40AF-B7AE-64FBEB661193}">
      <dgm:prSet/>
      <dgm:spPr/>
      <dgm:t>
        <a:bodyPr/>
        <a:lstStyle/>
        <a:p>
          <a:r>
            <a:rPr lang="en-US"/>
            <a:t>Effective coping and problem-solving skills, hopefulness</a:t>
          </a:r>
        </a:p>
      </dgm:t>
    </dgm:pt>
    <dgm:pt modelId="{9927099F-57BC-4E6A-812B-90062BB74E63}" type="parTrans" cxnId="{6AC24E20-0E88-4450-B7EF-9C1A7F05097D}">
      <dgm:prSet/>
      <dgm:spPr/>
      <dgm:t>
        <a:bodyPr/>
        <a:lstStyle/>
        <a:p>
          <a:endParaRPr lang="en-US"/>
        </a:p>
      </dgm:t>
    </dgm:pt>
    <dgm:pt modelId="{04CC9AD2-6CE6-49C4-868A-10A8F4253760}" type="sibTrans" cxnId="{6AC24E20-0E88-4450-B7EF-9C1A7F05097D}">
      <dgm:prSet/>
      <dgm:spPr/>
      <dgm:t>
        <a:bodyPr/>
        <a:lstStyle/>
        <a:p>
          <a:endParaRPr lang="en-US"/>
        </a:p>
      </dgm:t>
    </dgm:pt>
    <dgm:pt modelId="{B54AF582-3647-4BBC-AE0E-60B41139C083}">
      <dgm:prSet/>
      <dgm:spPr/>
      <dgm:t>
        <a:bodyPr/>
        <a:lstStyle/>
        <a:p>
          <a:r>
            <a:rPr lang="en-US"/>
            <a:t>Availability of effective treatment, positive engagement with services, therapeutic engagement evident, awareness of early warning signs, concerns about effect of suicide on others</a:t>
          </a:r>
        </a:p>
      </dgm:t>
    </dgm:pt>
    <dgm:pt modelId="{BB882D08-E2D7-440A-9C16-95BBB378EF88}" type="parTrans" cxnId="{EADD51A3-2391-4689-84B1-C69AF0B84284}">
      <dgm:prSet/>
      <dgm:spPr/>
      <dgm:t>
        <a:bodyPr/>
        <a:lstStyle/>
        <a:p>
          <a:endParaRPr lang="en-US"/>
        </a:p>
      </dgm:t>
    </dgm:pt>
    <dgm:pt modelId="{01F63828-6B83-40A8-8919-2B9BD6780AA3}" type="sibTrans" cxnId="{EADD51A3-2391-4689-84B1-C69AF0B84284}">
      <dgm:prSet/>
      <dgm:spPr/>
      <dgm:t>
        <a:bodyPr/>
        <a:lstStyle/>
        <a:p>
          <a:endParaRPr lang="en-US"/>
        </a:p>
      </dgm:t>
    </dgm:pt>
    <dgm:pt modelId="{05D56624-5D0D-4926-8C27-E6A3354F0861}">
      <dgm:prSet/>
      <dgm:spPr/>
      <dgm:t>
        <a:bodyPr/>
        <a:lstStyle/>
        <a:p>
          <a:r>
            <a:rPr lang="en-US"/>
            <a:t>Restricted access to lethal means</a:t>
          </a:r>
        </a:p>
      </dgm:t>
    </dgm:pt>
    <dgm:pt modelId="{6BDF919F-9818-470A-ACF4-1E7926F5A6DE}" type="parTrans" cxnId="{0D0679FB-DA48-4C47-8198-4F22E2F64050}">
      <dgm:prSet/>
      <dgm:spPr/>
      <dgm:t>
        <a:bodyPr/>
        <a:lstStyle/>
        <a:p>
          <a:endParaRPr lang="en-US"/>
        </a:p>
      </dgm:t>
    </dgm:pt>
    <dgm:pt modelId="{4AFA8E1E-BAD5-45A1-89E6-3604BB58AB50}" type="sibTrans" cxnId="{0D0679FB-DA48-4C47-8198-4F22E2F64050}">
      <dgm:prSet/>
      <dgm:spPr/>
      <dgm:t>
        <a:bodyPr/>
        <a:lstStyle/>
        <a:p>
          <a:endParaRPr lang="en-US"/>
        </a:p>
      </dgm:t>
    </dgm:pt>
    <dgm:pt modelId="{F9004B2D-2FFE-4021-815A-5FE51F7D0C86}">
      <dgm:prSet/>
      <dgm:spPr/>
      <dgm:t>
        <a:bodyPr/>
        <a:lstStyle/>
        <a:p>
          <a:r>
            <a:rPr lang="en-US"/>
            <a:t>Future thinking (thinking about the future!)</a:t>
          </a:r>
        </a:p>
      </dgm:t>
    </dgm:pt>
    <dgm:pt modelId="{BF877534-09A0-4C53-8F59-6CD7BAE50662}" type="parTrans" cxnId="{52EE8E3B-99A2-40A2-AE13-E014E4543002}">
      <dgm:prSet/>
      <dgm:spPr/>
      <dgm:t>
        <a:bodyPr/>
        <a:lstStyle/>
        <a:p>
          <a:endParaRPr lang="en-US"/>
        </a:p>
      </dgm:t>
    </dgm:pt>
    <dgm:pt modelId="{CF24F78B-CE1C-455C-8C64-088B42BF3079}" type="sibTrans" cxnId="{52EE8E3B-99A2-40A2-AE13-E014E4543002}">
      <dgm:prSet/>
      <dgm:spPr/>
      <dgm:t>
        <a:bodyPr/>
        <a:lstStyle/>
        <a:p>
          <a:endParaRPr lang="en-US"/>
        </a:p>
      </dgm:t>
    </dgm:pt>
    <dgm:pt modelId="{A117D837-C697-43C1-AFDA-7646A38B7716}" type="pres">
      <dgm:prSet presAssocID="{322F7CF9-6FCD-4D4D-9867-DB423CFBBE51}" presName="diagram" presStyleCnt="0">
        <dgm:presLayoutVars>
          <dgm:dir/>
          <dgm:resizeHandles val="exact"/>
        </dgm:presLayoutVars>
      </dgm:prSet>
      <dgm:spPr/>
    </dgm:pt>
    <dgm:pt modelId="{114A224F-04BA-4A4A-8C08-375401740F62}" type="pres">
      <dgm:prSet presAssocID="{71FA7A6F-46C8-42A4-8F17-0432122BF520}" presName="node" presStyleLbl="node1" presStyleIdx="0" presStyleCnt="11">
        <dgm:presLayoutVars>
          <dgm:bulletEnabled val="1"/>
        </dgm:presLayoutVars>
      </dgm:prSet>
      <dgm:spPr/>
    </dgm:pt>
    <dgm:pt modelId="{DBBED82B-3BF8-409F-9003-25CA5058A1C8}" type="pres">
      <dgm:prSet presAssocID="{60BF91F8-8468-441C-90FA-A64E7AC870CA}" presName="sibTrans" presStyleCnt="0"/>
      <dgm:spPr/>
    </dgm:pt>
    <dgm:pt modelId="{9CC7F331-30CB-4C7E-9605-A2B0D99CA1B2}" type="pres">
      <dgm:prSet presAssocID="{B90AD28B-4723-4313-885F-E2D41D7A2297}" presName="node" presStyleLbl="node1" presStyleIdx="1" presStyleCnt="11">
        <dgm:presLayoutVars>
          <dgm:bulletEnabled val="1"/>
        </dgm:presLayoutVars>
      </dgm:prSet>
      <dgm:spPr/>
    </dgm:pt>
    <dgm:pt modelId="{B0C49DB8-9CE9-4843-882C-53EB030CD86C}" type="pres">
      <dgm:prSet presAssocID="{FF92B1C4-9E97-4936-91ED-A848F36C02C8}" presName="sibTrans" presStyleCnt="0"/>
      <dgm:spPr/>
    </dgm:pt>
    <dgm:pt modelId="{C478E0EE-C609-4494-BDF4-E7CB9E3C840B}" type="pres">
      <dgm:prSet presAssocID="{33B627C1-2FFD-40B6-84B8-8D2BDD023CB1}" presName="node" presStyleLbl="node1" presStyleIdx="2" presStyleCnt="11">
        <dgm:presLayoutVars>
          <dgm:bulletEnabled val="1"/>
        </dgm:presLayoutVars>
      </dgm:prSet>
      <dgm:spPr/>
    </dgm:pt>
    <dgm:pt modelId="{EF38565D-FC4F-470A-8258-174D7D726B02}" type="pres">
      <dgm:prSet presAssocID="{4D39312D-F77E-4113-B1DE-7278906050A1}" presName="sibTrans" presStyleCnt="0"/>
      <dgm:spPr/>
    </dgm:pt>
    <dgm:pt modelId="{3D67E5AD-948D-42BB-9001-4112E0A184C9}" type="pres">
      <dgm:prSet presAssocID="{318FE4DE-A46E-4600-8623-BBCCFEFD9B38}" presName="node" presStyleLbl="node1" presStyleIdx="3" presStyleCnt="11">
        <dgm:presLayoutVars>
          <dgm:bulletEnabled val="1"/>
        </dgm:presLayoutVars>
      </dgm:prSet>
      <dgm:spPr/>
    </dgm:pt>
    <dgm:pt modelId="{8899A163-A69D-4B76-8F8A-4D036A42B027}" type="pres">
      <dgm:prSet presAssocID="{796E7E58-E145-45CC-BFFB-448432DD6C65}" presName="sibTrans" presStyleCnt="0"/>
      <dgm:spPr/>
    </dgm:pt>
    <dgm:pt modelId="{3ACF815D-BBBE-4F2A-B7A9-1DD6A8023E70}" type="pres">
      <dgm:prSet presAssocID="{472017B3-0AF4-409E-97A8-B1A9B909D74E}" presName="node" presStyleLbl="node1" presStyleIdx="4" presStyleCnt="11">
        <dgm:presLayoutVars>
          <dgm:bulletEnabled val="1"/>
        </dgm:presLayoutVars>
      </dgm:prSet>
      <dgm:spPr/>
    </dgm:pt>
    <dgm:pt modelId="{4E76D1CE-7FEA-4AD0-8A36-77AA07A44166}" type="pres">
      <dgm:prSet presAssocID="{C42BE54E-CC56-402A-B380-A10283811187}" presName="sibTrans" presStyleCnt="0"/>
      <dgm:spPr/>
    </dgm:pt>
    <dgm:pt modelId="{44AAE373-120D-4EB1-8D74-1A93FD604194}" type="pres">
      <dgm:prSet presAssocID="{A7186F56-C624-43CF-BA2F-2F544B9BE450}" presName="node" presStyleLbl="node1" presStyleIdx="5" presStyleCnt="11">
        <dgm:presLayoutVars>
          <dgm:bulletEnabled val="1"/>
        </dgm:presLayoutVars>
      </dgm:prSet>
      <dgm:spPr/>
    </dgm:pt>
    <dgm:pt modelId="{44BB9EA2-AD8C-4B2F-8833-BF641C2AE300}" type="pres">
      <dgm:prSet presAssocID="{1E1BD40D-9697-4893-A724-35DF7214FF7B}" presName="sibTrans" presStyleCnt="0"/>
      <dgm:spPr/>
    </dgm:pt>
    <dgm:pt modelId="{78B29565-7411-4C03-97D9-065D2E948D8F}" type="pres">
      <dgm:prSet presAssocID="{C910E1BC-43E6-4F75-99E1-2BF24FCEF0EF}" presName="node" presStyleLbl="node1" presStyleIdx="6" presStyleCnt="11">
        <dgm:presLayoutVars>
          <dgm:bulletEnabled val="1"/>
        </dgm:presLayoutVars>
      </dgm:prSet>
      <dgm:spPr/>
    </dgm:pt>
    <dgm:pt modelId="{4A2E3319-E385-4420-BCDC-F0F5D21E60C4}" type="pres">
      <dgm:prSet presAssocID="{8ADE51FD-501E-48E5-B5B7-941B102AFCE8}" presName="sibTrans" presStyleCnt="0"/>
      <dgm:spPr/>
    </dgm:pt>
    <dgm:pt modelId="{909F9419-DB66-47EB-9269-A0A5CACF95BF}" type="pres">
      <dgm:prSet presAssocID="{C5F3D145-736A-40AF-B7AE-64FBEB661193}" presName="node" presStyleLbl="node1" presStyleIdx="7" presStyleCnt="11">
        <dgm:presLayoutVars>
          <dgm:bulletEnabled val="1"/>
        </dgm:presLayoutVars>
      </dgm:prSet>
      <dgm:spPr/>
    </dgm:pt>
    <dgm:pt modelId="{D3828C97-4F5F-41E9-97EA-CD622007627F}" type="pres">
      <dgm:prSet presAssocID="{04CC9AD2-6CE6-49C4-868A-10A8F4253760}" presName="sibTrans" presStyleCnt="0"/>
      <dgm:spPr/>
    </dgm:pt>
    <dgm:pt modelId="{2DC3F457-65CD-4726-9E1F-3AD29F4E6519}" type="pres">
      <dgm:prSet presAssocID="{B54AF582-3647-4BBC-AE0E-60B41139C083}" presName="node" presStyleLbl="node1" presStyleIdx="8" presStyleCnt="11">
        <dgm:presLayoutVars>
          <dgm:bulletEnabled val="1"/>
        </dgm:presLayoutVars>
      </dgm:prSet>
      <dgm:spPr/>
    </dgm:pt>
    <dgm:pt modelId="{4875DCBC-F2E6-46E3-810A-E3DAF8D76C39}" type="pres">
      <dgm:prSet presAssocID="{01F63828-6B83-40A8-8919-2B9BD6780AA3}" presName="sibTrans" presStyleCnt="0"/>
      <dgm:spPr/>
    </dgm:pt>
    <dgm:pt modelId="{CFE55823-9F60-456C-B4B7-4118404F2C8F}" type="pres">
      <dgm:prSet presAssocID="{05D56624-5D0D-4926-8C27-E6A3354F0861}" presName="node" presStyleLbl="node1" presStyleIdx="9" presStyleCnt="11">
        <dgm:presLayoutVars>
          <dgm:bulletEnabled val="1"/>
        </dgm:presLayoutVars>
      </dgm:prSet>
      <dgm:spPr/>
    </dgm:pt>
    <dgm:pt modelId="{A86F2B8B-94D5-42B0-9117-E238E0198D13}" type="pres">
      <dgm:prSet presAssocID="{4AFA8E1E-BAD5-45A1-89E6-3604BB58AB50}" presName="sibTrans" presStyleCnt="0"/>
      <dgm:spPr/>
    </dgm:pt>
    <dgm:pt modelId="{09F707B8-76C9-4F44-B899-2D29EDD6DF55}" type="pres">
      <dgm:prSet presAssocID="{F9004B2D-2FFE-4021-815A-5FE51F7D0C86}" presName="node" presStyleLbl="node1" presStyleIdx="10" presStyleCnt="11">
        <dgm:presLayoutVars>
          <dgm:bulletEnabled val="1"/>
        </dgm:presLayoutVars>
      </dgm:prSet>
      <dgm:spPr/>
    </dgm:pt>
  </dgm:ptLst>
  <dgm:cxnLst>
    <dgm:cxn modelId="{543B2606-1765-4834-A2E0-5FD21D8E2843}" srcId="{322F7CF9-6FCD-4D4D-9867-DB423CFBBE51}" destId="{33B627C1-2FFD-40B6-84B8-8D2BDD023CB1}" srcOrd="2" destOrd="0" parTransId="{578688C8-ECDA-4E42-9CBF-2D9D501721A2}" sibTransId="{4D39312D-F77E-4113-B1DE-7278906050A1}"/>
    <dgm:cxn modelId="{6AC24E20-0E88-4450-B7EF-9C1A7F05097D}" srcId="{322F7CF9-6FCD-4D4D-9867-DB423CFBBE51}" destId="{C5F3D145-736A-40AF-B7AE-64FBEB661193}" srcOrd="7" destOrd="0" parTransId="{9927099F-57BC-4E6A-812B-90062BB74E63}" sibTransId="{04CC9AD2-6CE6-49C4-868A-10A8F4253760}"/>
    <dgm:cxn modelId="{345A7E24-0FF6-484D-9B65-5F8C19F58C75}" type="presOf" srcId="{71FA7A6F-46C8-42A4-8F17-0432122BF520}" destId="{114A224F-04BA-4A4A-8C08-375401740F62}" srcOrd="0" destOrd="0" presId="urn:microsoft.com/office/officeart/2005/8/layout/default"/>
    <dgm:cxn modelId="{52EE8E3B-99A2-40A2-AE13-E014E4543002}" srcId="{322F7CF9-6FCD-4D4D-9867-DB423CFBBE51}" destId="{F9004B2D-2FFE-4021-815A-5FE51F7D0C86}" srcOrd="10" destOrd="0" parTransId="{BF877534-09A0-4C53-8F59-6CD7BAE50662}" sibTransId="{CF24F78B-CE1C-455C-8C64-088B42BF3079}"/>
    <dgm:cxn modelId="{8CED055B-8737-41C2-8B33-7D6E28BF7B0C}" type="presOf" srcId="{472017B3-0AF4-409E-97A8-B1A9B909D74E}" destId="{3ACF815D-BBBE-4F2A-B7A9-1DD6A8023E70}" srcOrd="0" destOrd="0" presId="urn:microsoft.com/office/officeart/2005/8/layout/default"/>
    <dgm:cxn modelId="{A8CB7766-2A6B-4C8B-A01A-20BC371315E5}" type="presOf" srcId="{C910E1BC-43E6-4F75-99E1-2BF24FCEF0EF}" destId="{78B29565-7411-4C03-97D9-065D2E948D8F}" srcOrd="0" destOrd="0" presId="urn:microsoft.com/office/officeart/2005/8/layout/default"/>
    <dgm:cxn modelId="{510CEF69-1D1D-41DD-ADA2-42F5CFB056F3}" type="presOf" srcId="{318FE4DE-A46E-4600-8623-BBCCFEFD9B38}" destId="{3D67E5AD-948D-42BB-9001-4112E0A184C9}" srcOrd="0" destOrd="0" presId="urn:microsoft.com/office/officeart/2005/8/layout/default"/>
    <dgm:cxn modelId="{9329146D-51D5-4943-B457-A8E0D8D9CDEF}" srcId="{322F7CF9-6FCD-4D4D-9867-DB423CFBBE51}" destId="{B90AD28B-4723-4313-885F-E2D41D7A2297}" srcOrd="1" destOrd="0" parTransId="{02A15EFB-0243-4BBE-B923-20FAD391267E}" sibTransId="{FF92B1C4-9E97-4936-91ED-A848F36C02C8}"/>
    <dgm:cxn modelId="{CB86A06E-973E-4682-A005-5E7F4FDE544A}" type="presOf" srcId="{F9004B2D-2FFE-4021-815A-5FE51F7D0C86}" destId="{09F707B8-76C9-4F44-B899-2D29EDD6DF55}" srcOrd="0" destOrd="0" presId="urn:microsoft.com/office/officeart/2005/8/layout/default"/>
    <dgm:cxn modelId="{201D1070-8D31-4F39-ADD7-F73AC0ED11E6}" srcId="{322F7CF9-6FCD-4D4D-9867-DB423CFBBE51}" destId="{A7186F56-C624-43CF-BA2F-2F544B9BE450}" srcOrd="5" destOrd="0" parTransId="{FA4783EE-71F9-4B2C-AB43-64FD1A8D363E}" sibTransId="{1E1BD40D-9697-4893-A724-35DF7214FF7B}"/>
    <dgm:cxn modelId="{879B5350-1269-4846-ABAF-344CD19A7964}" srcId="{322F7CF9-6FCD-4D4D-9867-DB423CFBBE51}" destId="{472017B3-0AF4-409E-97A8-B1A9B909D74E}" srcOrd="4" destOrd="0" parTransId="{81011F98-6797-49F7-9892-3B931D1029A7}" sibTransId="{C42BE54E-CC56-402A-B380-A10283811187}"/>
    <dgm:cxn modelId="{6B2FC18E-A5B6-4A5D-99ED-E39B559B5E75}" type="presOf" srcId="{A7186F56-C624-43CF-BA2F-2F544B9BE450}" destId="{44AAE373-120D-4EB1-8D74-1A93FD604194}" srcOrd="0" destOrd="0" presId="urn:microsoft.com/office/officeart/2005/8/layout/default"/>
    <dgm:cxn modelId="{EADD51A3-2391-4689-84B1-C69AF0B84284}" srcId="{322F7CF9-6FCD-4D4D-9867-DB423CFBBE51}" destId="{B54AF582-3647-4BBC-AE0E-60B41139C083}" srcOrd="8" destOrd="0" parTransId="{BB882D08-E2D7-440A-9C16-95BBB378EF88}" sibTransId="{01F63828-6B83-40A8-8919-2B9BD6780AA3}"/>
    <dgm:cxn modelId="{515B1BAE-46B1-4CF5-B7F6-D1086DF45169}" type="presOf" srcId="{05D56624-5D0D-4926-8C27-E6A3354F0861}" destId="{CFE55823-9F60-456C-B4B7-4118404F2C8F}" srcOrd="0" destOrd="0" presId="urn:microsoft.com/office/officeart/2005/8/layout/default"/>
    <dgm:cxn modelId="{918540C9-DD26-44D8-9A40-D194E71FBA81}" type="presOf" srcId="{322F7CF9-6FCD-4D4D-9867-DB423CFBBE51}" destId="{A117D837-C697-43C1-AFDA-7646A38B7716}" srcOrd="0" destOrd="0" presId="urn:microsoft.com/office/officeart/2005/8/layout/default"/>
    <dgm:cxn modelId="{00E2ECC9-A2D1-4D68-9610-A46042E0F14B}" srcId="{322F7CF9-6FCD-4D4D-9867-DB423CFBBE51}" destId="{318FE4DE-A46E-4600-8623-BBCCFEFD9B38}" srcOrd="3" destOrd="0" parTransId="{D14BD6A7-F4FD-427C-AB4E-0C27379B1A07}" sibTransId="{796E7E58-E145-45CC-BFFB-448432DD6C65}"/>
    <dgm:cxn modelId="{4A4C0DCC-8882-41F4-AB08-5979161BBD36}" type="presOf" srcId="{33B627C1-2FFD-40B6-84B8-8D2BDD023CB1}" destId="{C478E0EE-C609-4494-BDF4-E7CB9E3C840B}" srcOrd="0" destOrd="0" presId="urn:microsoft.com/office/officeart/2005/8/layout/default"/>
    <dgm:cxn modelId="{3F76EDD3-6F2E-445B-BBE0-6198418E197C}" type="presOf" srcId="{B54AF582-3647-4BBC-AE0E-60B41139C083}" destId="{2DC3F457-65CD-4726-9E1F-3AD29F4E6519}" srcOrd="0" destOrd="0" presId="urn:microsoft.com/office/officeart/2005/8/layout/default"/>
    <dgm:cxn modelId="{F7DAD2DB-DA2D-4672-A28D-45B2FDE46DFC}" type="presOf" srcId="{C5F3D145-736A-40AF-B7AE-64FBEB661193}" destId="{909F9419-DB66-47EB-9269-A0A5CACF95BF}" srcOrd="0" destOrd="0" presId="urn:microsoft.com/office/officeart/2005/8/layout/default"/>
    <dgm:cxn modelId="{957AA6E9-52F1-4F79-AFAF-9E98BC736357}" type="presOf" srcId="{B90AD28B-4723-4313-885F-E2D41D7A2297}" destId="{9CC7F331-30CB-4C7E-9605-A2B0D99CA1B2}" srcOrd="0" destOrd="0" presId="urn:microsoft.com/office/officeart/2005/8/layout/default"/>
    <dgm:cxn modelId="{C48DE3E9-90FC-49FA-B9E7-79BEE81FD3B1}" srcId="{322F7CF9-6FCD-4D4D-9867-DB423CFBBE51}" destId="{C910E1BC-43E6-4F75-99E1-2BF24FCEF0EF}" srcOrd="6" destOrd="0" parTransId="{EE2635AF-6F6A-49D8-8F14-6740693DBB51}" sibTransId="{8ADE51FD-501E-48E5-B5B7-941B102AFCE8}"/>
    <dgm:cxn modelId="{E1D2A9F8-68D3-46D8-862E-078580027F6F}" srcId="{322F7CF9-6FCD-4D4D-9867-DB423CFBBE51}" destId="{71FA7A6F-46C8-42A4-8F17-0432122BF520}" srcOrd="0" destOrd="0" parTransId="{3E1AE9E0-1042-4F04-904D-4CE62565FC9D}" sibTransId="{60BF91F8-8468-441C-90FA-A64E7AC870CA}"/>
    <dgm:cxn modelId="{0D0679FB-DA48-4C47-8198-4F22E2F64050}" srcId="{322F7CF9-6FCD-4D4D-9867-DB423CFBBE51}" destId="{05D56624-5D0D-4926-8C27-E6A3354F0861}" srcOrd="9" destOrd="0" parTransId="{6BDF919F-9818-470A-ACF4-1E7926F5A6DE}" sibTransId="{4AFA8E1E-BAD5-45A1-89E6-3604BB58AB50}"/>
    <dgm:cxn modelId="{D1409AEC-5AA5-45E7-AD05-CB1B2D1A8AC1}" type="presParOf" srcId="{A117D837-C697-43C1-AFDA-7646A38B7716}" destId="{114A224F-04BA-4A4A-8C08-375401740F62}" srcOrd="0" destOrd="0" presId="urn:microsoft.com/office/officeart/2005/8/layout/default"/>
    <dgm:cxn modelId="{B895F7AB-1C20-4E2A-AB51-8AFF05A65412}" type="presParOf" srcId="{A117D837-C697-43C1-AFDA-7646A38B7716}" destId="{DBBED82B-3BF8-409F-9003-25CA5058A1C8}" srcOrd="1" destOrd="0" presId="urn:microsoft.com/office/officeart/2005/8/layout/default"/>
    <dgm:cxn modelId="{EE861916-F3A4-4A24-898A-EFF5A1D42E60}" type="presParOf" srcId="{A117D837-C697-43C1-AFDA-7646A38B7716}" destId="{9CC7F331-30CB-4C7E-9605-A2B0D99CA1B2}" srcOrd="2" destOrd="0" presId="urn:microsoft.com/office/officeart/2005/8/layout/default"/>
    <dgm:cxn modelId="{A8D8136A-D46B-461D-8F3F-457EC257392E}" type="presParOf" srcId="{A117D837-C697-43C1-AFDA-7646A38B7716}" destId="{B0C49DB8-9CE9-4843-882C-53EB030CD86C}" srcOrd="3" destOrd="0" presId="urn:microsoft.com/office/officeart/2005/8/layout/default"/>
    <dgm:cxn modelId="{ECBB3048-9BC0-445A-9464-7BD53300CC45}" type="presParOf" srcId="{A117D837-C697-43C1-AFDA-7646A38B7716}" destId="{C478E0EE-C609-4494-BDF4-E7CB9E3C840B}" srcOrd="4" destOrd="0" presId="urn:microsoft.com/office/officeart/2005/8/layout/default"/>
    <dgm:cxn modelId="{BCC20BAE-7B47-4984-9D4E-2DD03AB58E3B}" type="presParOf" srcId="{A117D837-C697-43C1-AFDA-7646A38B7716}" destId="{EF38565D-FC4F-470A-8258-174D7D726B02}" srcOrd="5" destOrd="0" presId="urn:microsoft.com/office/officeart/2005/8/layout/default"/>
    <dgm:cxn modelId="{D249A837-3EF5-440E-BD89-FBAE279351CA}" type="presParOf" srcId="{A117D837-C697-43C1-AFDA-7646A38B7716}" destId="{3D67E5AD-948D-42BB-9001-4112E0A184C9}" srcOrd="6" destOrd="0" presId="urn:microsoft.com/office/officeart/2005/8/layout/default"/>
    <dgm:cxn modelId="{DC5AC38D-60FD-4197-8090-95D941EA85DB}" type="presParOf" srcId="{A117D837-C697-43C1-AFDA-7646A38B7716}" destId="{8899A163-A69D-4B76-8F8A-4D036A42B027}" srcOrd="7" destOrd="0" presId="urn:microsoft.com/office/officeart/2005/8/layout/default"/>
    <dgm:cxn modelId="{4716A59C-A16B-4381-87F0-8770CEAD7C62}" type="presParOf" srcId="{A117D837-C697-43C1-AFDA-7646A38B7716}" destId="{3ACF815D-BBBE-4F2A-B7A9-1DD6A8023E70}" srcOrd="8" destOrd="0" presId="urn:microsoft.com/office/officeart/2005/8/layout/default"/>
    <dgm:cxn modelId="{225B8AA4-C7D1-43AD-808E-191D525DA595}" type="presParOf" srcId="{A117D837-C697-43C1-AFDA-7646A38B7716}" destId="{4E76D1CE-7FEA-4AD0-8A36-77AA07A44166}" srcOrd="9" destOrd="0" presId="urn:microsoft.com/office/officeart/2005/8/layout/default"/>
    <dgm:cxn modelId="{C94A3CD9-426A-404D-9D9A-65D5400E72CB}" type="presParOf" srcId="{A117D837-C697-43C1-AFDA-7646A38B7716}" destId="{44AAE373-120D-4EB1-8D74-1A93FD604194}" srcOrd="10" destOrd="0" presId="urn:microsoft.com/office/officeart/2005/8/layout/default"/>
    <dgm:cxn modelId="{AF1EA780-B308-49C2-A80A-CA97511C9C58}" type="presParOf" srcId="{A117D837-C697-43C1-AFDA-7646A38B7716}" destId="{44BB9EA2-AD8C-4B2F-8833-BF641C2AE300}" srcOrd="11" destOrd="0" presId="urn:microsoft.com/office/officeart/2005/8/layout/default"/>
    <dgm:cxn modelId="{44D86C11-1F8E-4FFC-9160-9C41672F9D5A}" type="presParOf" srcId="{A117D837-C697-43C1-AFDA-7646A38B7716}" destId="{78B29565-7411-4C03-97D9-065D2E948D8F}" srcOrd="12" destOrd="0" presId="urn:microsoft.com/office/officeart/2005/8/layout/default"/>
    <dgm:cxn modelId="{75F87A39-1EAE-4902-B314-430D37CB06B4}" type="presParOf" srcId="{A117D837-C697-43C1-AFDA-7646A38B7716}" destId="{4A2E3319-E385-4420-BCDC-F0F5D21E60C4}" srcOrd="13" destOrd="0" presId="urn:microsoft.com/office/officeart/2005/8/layout/default"/>
    <dgm:cxn modelId="{C56DC45F-4E4F-4005-8EBE-7214D59E5A17}" type="presParOf" srcId="{A117D837-C697-43C1-AFDA-7646A38B7716}" destId="{909F9419-DB66-47EB-9269-A0A5CACF95BF}" srcOrd="14" destOrd="0" presId="urn:microsoft.com/office/officeart/2005/8/layout/default"/>
    <dgm:cxn modelId="{6B954508-377B-4E67-881E-F617A48028ED}" type="presParOf" srcId="{A117D837-C697-43C1-AFDA-7646A38B7716}" destId="{D3828C97-4F5F-41E9-97EA-CD622007627F}" srcOrd="15" destOrd="0" presId="urn:microsoft.com/office/officeart/2005/8/layout/default"/>
    <dgm:cxn modelId="{4DBF5CC6-8627-4D5B-95F7-19E44EEF25C8}" type="presParOf" srcId="{A117D837-C697-43C1-AFDA-7646A38B7716}" destId="{2DC3F457-65CD-4726-9E1F-3AD29F4E6519}" srcOrd="16" destOrd="0" presId="urn:microsoft.com/office/officeart/2005/8/layout/default"/>
    <dgm:cxn modelId="{334FBEC2-C248-44AB-83B1-C5B1C4C520BE}" type="presParOf" srcId="{A117D837-C697-43C1-AFDA-7646A38B7716}" destId="{4875DCBC-F2E6-46E3-810A-E3DAF8D76C39}" srcOrd="17" destOrd="0" presId="urn:microsoft.com/office/officeart/2005/8/layout/default"/>
    <dgm:cxn modelId="{3CC20D04-D4E6-44B7-AD45-CA331403D04F}" type="presParOf" srcId="{A117D837-C697-43C1-AFDA-7646A38B7716}" destId="{CFE55823-9F60-456C-B4B7-4118404F2C8F}" srcOrd="18" destOrd="0" presId="urn:microsoft.com/office/officeart/2005/8/layout/default"/>
    <dgm:cxn modelId="{9035513E-43D0-474E-B2D1-30E654A0CA74}" type="presParOf" srcId="{A117D837-C697-43C1-AFDA-7646A38B7716}" destId="{A86F2B8B-94D5-42B0-9117-E238E0198D13}" srcOrd="19" destOrd="0" presId="urn:microsoft.com/office/officeart/2005/8/layout/default"/>
    <dgm:cxn modelId="{8D06CB55-C86C-4A3C-8117-F88792D83206}" type="presParOf" srcId="{A117D837-C697-43C1-AFDA-7646A38B7716}" destId="{09F707B8-76C9-4F44-B899-2D29EDD6DF55}" srcOrd="2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DA0FEC-3EE0-40DD-952D-831A8DF937AD}">
      <dsp:nvSpPr>
        <dsp:cNvPr id="0" name=""/>
        <dsp:cNvSpPr/>
      </dsp:nvSpPr>
      <dsp:spPr>
        <a:xfrm>
          <a:off x="0" y="51703"/>
          <a:ext cx="7559504" cy="200686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AU" sz="2800" kern="1200"/>
            <a:t>People who experience heightened distress are at increased risk of self-harm and suicide</a:t>
          </a:r>
          <a:endParaRPr lang="en-US" sz="2800" kern="1200"/>
        </a:p>
      </dsp:txBody>
      <dsp:txXfrm>
        <a:off x="97967" y="149670"/>
        <a:ext cx="7363570" cy="1810935"/>
      </dsp:txXfrm>
    </dsp:sp>
    <dsp:sp modelId="{2D265435-AE85-4F32-A429-BF7D52E3E959}">
      <dsp:nvSpPr>
        <dsp:cNvPr id="0" name=""/>
        <dsp:cNvSpPr/>
      </dsp:nvSpPr>
      <dsp:spPr>
        <a:xfrm>
          <a:off x="0" y="2139213"/>
          <a:ext cx="7559504" cy="2006869"/>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AU" sz="2800" kern="1200" dirty="0"/>
            <a:t>Chronic medical illnesses are also associated with increased suicide risk/self harm (</a:t>
          </a:r>
          <a:r>
            <a:rPr lang="en-AU" sz="2800" kern="1200" dirty="0" err="1"/>
            <a:t>eg</a:t>
          </a:r>
          <a:r>
            <a:rPr lang="en-AU" sz="2800" kern="1200" dirty="0"/>
            <a:t> diabetes) </a:t>
          </a:r>
          <a:endParaRPr lang="en-US" sz="2800" kern="1200" dirty="0"/>
        </a:p>
      </dsp:txBody>
      <dsp:txXfrm>
        <a:off x="97967" y="2237180"/>
        <a:ext cx="7363570" cy="1810935"/>
      </dsp:txXfrm>
    </dsp:sp>
    <dsp:sp modelId="{FC44FD9C-2962-4492-AAE3-398C0A9CBFEB}">
      <dsp:nvSpPr>
        <dsp:cNvPr id="0" name=""/>
        <dsp:cNvSpPr/>
      </dsp:nvSpPr>
      <dsp:spPr>
        <a:xfrm>
          <a:off x="0" y="4226723"/>
          <a:ext cx="7559504" cy="2006869"/>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AU" sz="2800" kern="1200" dirty="0"/>
            <a:t>Environmental &amp; behavioural factors can increase suicide risk (isolation, recent loss, lack of social support, impulsivity, unstable lifestyle)</a:t>
          </a:r>
          <a:endParaRPr lang="en-US" sz="2800" kern="1200" dirty="0"/>
        </a:p>
      </dsp:txBody>
      <dsp:txXfrm>
        <a:off x="97967" y="4324690"/>
        <a:ext cx="7363570" cy="1810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AB87B4-1D33-4295-8E6B-B2E6BCF7800F}">
      <dsp:nvSpPr>
        <dsp:cNvPr id="0" name=""/>
        <dsp:cNvSpPr/>
      </dsp:nvSpPr>
      <dsp:spPr>
        <a:xfrm>
          <a:off x="3594" y="229666"/>
          <a:ext cx="1946002" cy="116760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Hopelessness, despair, guilt, no future of value</a:t>
          </a:r>
          <a:endParaRPr lang="en-US" sz="1300" kern="1200"/>
        </a:p>
      </dsp:txBody>
      <dsp:txXfrm>
        <a:off x="3594" y="229666"/>
        <a:ext cx="1946002" cy="1167601"/>
      </dsp:txXfrm>
    </dsp:sp>
    <dsp:sp modelId="{D0A8A6C3-F4E8-482A-BBDA-B679289CCD6C}">
      <dsp:nvSpPr>
        <dsp:cNvPr id="0" name=""/>
        <dsp:cNvSpPr/>
      </dsp:nvSpPr>
      <dsp:spPr>
        <a:xfrm>
          <a:off x="2144196" y="229666"/>
          <a:ext cx="1946002" cy="1167601"/>
        </a:xfrm>
        <a:prstGeom prst="rect">
          <a:avLst/>
        </a:prstGeom>
        <a:gradFill rotWithShape="0">
          <a:gsLst>
            <a:gs pos="0">
              <a:schemeClr val="accent2">
                <a:hueOff val="536968"/>
                <a:satOff val="-1541"/>
                <a:lumOff val="-2467"/>
                <a:alphaOff val="0"/>
                <a:satMod val="103000"/>
                <a:lumMod val="102000"/>
                <a:tint val="94000"/>
              </a:schemeClr>
            </a:gs>
            <a:gs pos="50000">
              <a:schemeClr val="accent2">
                <a:hueOff val="536968"/>
                <a:satOff val="-1541"/>
                <a:lumOff val="-2467"/>
                <a:alphaOff val="0"/>
                <a:satMod val="110000"/>
                <a:lumMod val="100000"/>
                <a:shade val="100000"/>
              </a:schemeClr>
            </a:gs>
            <a:gs pos="100000">
              <a:schemeClr val="accent2">
                <a:hueOff val="536968"/>
                <a:satOff val="-1541"/>
                <a:lumOff val="-246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absence of sufficient coping mechanisms</a:t>
          </a:r>
          <a:endParaRPr lang="en-US" sz="1300" kern="1200"/>
        </a:p>
      </dsp:txBody>
      <dsp:txXfrm>
        <a:off x="2144196" y="229666"/>
        <a:ext cx="1946002" cy="1167601"/>
      </dsp:txXfrm>
    </dsp:sp>
    <dsp:sp modelId="{AE35B8FB-212E-4A59-AD93-81591CF0FD97}">
      <dsp:nvSpPr>
        <dsp:cNvPr id="0" name=""/>
        <dsp:cNvSpPr/>
      </dsp:nvSpPr>
      <dsp:spPr>
        <a:xfrm>
          <a:off x="4284798" y="229666"/>
          <a:ext cx="1946002" cy="1167601"/>
        </a:xfrm>
        <a:prstGeom prst="rect">
          <a:avLst/>
        </a:prstGeom>
        <a:gradFill rotWithShape="0">
          <a:gsLst>
            <a:gs pos="0">
              <a:schemeClr val="accent2">
                <a:hueOff val="1073936"/>
                <a:satOff val="-3082"/>
                <a:lumOff val="-4935"/>
                <a:alphaOff val="0"/>
                <a:satMod val="103000"/>
                <a:lumMod val="102000"/>
                <a:tint val="94000"/>
              </a:schemeClr>
            </a:gs>
            <a:gs pos="50000">
              <a:schemeClr val="accent2">
                <a:hueOff val="1073936"/>
                <a:satOff val="-3082"/>
                <a:lumOff val="-4935"/>
                <a:alphaOff val="0"/>
                <a:satMod val="110000"/>
                <a:lumMod val="100000"/>
                <a:shade val="100000"/>
              </a:schemeClr>
            </a:gs>
            <a:gs pos="100000">
              <a:schemeClr val="accent2">
                <a:hueOff val="1073936"/>
                <a:satOff val="-3082"/>
                <a:lumOff val="-493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Situational crisis</a:t>
          </a:r>
          <a:endParaRPr lang="en-US" sz="1300" kern="1200"/>
        </a:p>
      </dsp:txBody>
      <dsp:txXfrm>
        <a:off x="4284798" y="229666"/>
        <a:ext cx="1946002" cy="1167601"/>
      </dsp:txXfrm>
    </dsp:sp>
    <dsp:sp modelId="{97EC380D-3950-456B-A179-1E3D89739794}">
      <dsp:nvSpPr>
        <dsp:cNvPr id="0" name=""/>
        <dsp:cNvSpPr/>
      </dsp:nvSpPr>
      <dsp:spPr>
        <a:xfrm>
          <a:off x="6425401" y="229666"/>
          <a:ext cx="1946002" cy="1167601"/>
        </a:xfrm>
        <a:prstGeom prst="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Alleviation, relief</a:t>
          </a:r>
          <a:endParaRPr lang="en-US" sz="1300" kern="1200"/>
        </a:p>
      </dsp:txBody>
      <dsp:txXfrm>
        <a:off x="6425401" y="229666"/>
        <a:ext cx="1946002" cy="1167601"/>
      </dsp:txXfrm>
    </dsp:sp>
    <dsp:sp modelId="{43988681-9668-43C2-A761-4BEF255A6423}">
      <dsp:nvSpPr>
        <dsp:cNvPr id="0" name=""/>
        <dsp:cNvSpPr/>
      </dsp:nvSpPr>
      <dsp:spPr>
        <a:xfrm>
          <a:off x="8566003" y="229666"/>
          <a:ext cx="1946002" cy="1167601"/>
        </a:xfrm>
        <a:prstGeom prst="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Numbing of extreme distress or psychological/emotional pain. </a:t>
          </a:r>
          <a:endParaRPr lang="en-US" sz="1300" kern="1200"/>
        </a:p>
      </dsp:txBody>
      <dsp:txXfrm>
        <a:off x="8566003" y="229666"/>
        <a:ext cx="1946002" cy="1167601"/>
      </dsp:txXfrm>
    </dsp:sp>
    <dsp:sp modelId="{B51EBA9F-6BD3-45F4-9493-2A749550FA9C}">
      <dsp:nvSpPr>
        <dsp:cNvPr id="0" name=""/>
        <dsp:cNvSpPr/>
      </dsp:nvSpPr>
      <dsp:spPr>
        <a:xfrm>
          <a:off x="3594" y="1591868"/>
          <a:ext cx="1946002" cy="1167601"/>
        </a:xfrm>
        <a:prstGeom prst="rect">
          <a:avLst/>
        </a:prstGeom>
        <a:gradFill rotWithShape="0">
          <a:gsLst>
            <a:gs pos="0">
              <a:schemeClr val="accent2">
                <a:hueOff val="2684839"/>
                <a:satOff val="-7705"/>
                <a:lumOff val="-12337"/>
                <a:alphaOff val="0"/>
                <a:satMod val="103000"/>
                <a:lumMod val="102000"/>
                <a:tint val="94000"/>
              </a:schemeClr>
            </a:gs>
            <a:gs pos="50000">
              <a:schemeClr val="accent2">
                <a:hueOff val="2684839"/>
                <a:satOff val="-7705"/>
                <a:lumOff val="-12337"/>
                <a:alphaOff val="0"/>
                <a:satMod val="110000"/>
                <a:lumMod val="100000"/>
                <a:shade val="100000"/>
              </a:schemeClr>
            </a:gs>
            <a:gs pos="100000">
              <a:schemeClr val="accent2">
                <a:hueOff val="2684839"/>
                <a:satOff val="-7705"/>
                <a:lumOff val="-1233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Try to control difficult &amp; overwhelming feelings</a:t>
          </a:r>
          <a:endParaRPr lang="en-US" sz="1300" kern="1200"/>
        </a:p>
      </dsp:txBody>
      <dsp:txXfrm>
        <a:off x="3594" y="1591868"/>
        <a:ext cx="1946002" cy="1167601"/>
      </dsp:txXfrm>
    </dsp:sp>
    <dsp:sp modelId="{DB33EA72-C263-4798-B84F-3E8E948E67D3}">
      <dsp:nvSpPr>
        <dsp:cNvPr id="0" name=""/>
        <dsp:cNvSpPr/>
      </dsp:nvSpPr>
      <dsp:spPr>
        <a:xfrm>
          <a:off x="2144196" y="1591868"/>
          <a:ext cx="1946002" cy="1167601"/>
        </a:xfrm>
        <a:prstGeom prst="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May be used to express anger, to feel ‘something’ or communicate a need for help</a:t>
          </a:r>
          <a:endParaRPr lang="en-US" sz="1300" kern="1200"/>
        </a:p>
      </dsp:txBody>
      <dsp:txXfrm>
        <a:off x="2144196" y="1591868"/>
        <a:ext cx="1946002" cy="1167601"/>
      </dsp:txXfrm>
    </dsp:sp>
    <dsp:sp modelId="{5C92072E-D3F6-4269-9C1E-D2AEC050270E}">
      <dsp:nvSpPr>
        <dsp:cNvPr id="0" name=""/>
        <dsp:cNvSpPr/>
      </dsp:nvSpPr>
      <dsp:spPr>
        <a:xfrm>
          <a:off x="4284798" y="1591868"/>
          <a:ext cx="1946002" cy="1167601"/>
        </a:xfrm>
        <a:prstGeom prst="rect">
          <a:avLst/>
        </a:prstGeom>
        <a:gradFill rotWithShape="0">
          <a:gsLst>
            <a:gs pos="0">
              <a:schemeClr val="accent2">
                <a:hueOff val="3758775"/>
                <a:satOff val="-10788"/>
                <a:lumOff val="-17272"/>
                <a:alphaOff val="0"/>
                <a:satMod val="103000"/>
                <a:lumMod val="102000"/>
                <a:tint val="94000"/>
              </a:schemeClr>
            </a:gs>
            <a:gs pos="50000">
              <a:schemeClr val="accent2">
                <a:hueOff val="3758775"/>
                <a:satOff val="-10788"/>
                <a:lumOff val="-17272"/>
                <a:alphaOff val="0"/>
                <a:satMod val="110000"/>
                <a:lumMod val="100000"/>
                <a:shade val="100000"/>
              </a:schemeClr>
            </a:gs>
            <a:gs pos="100000">
              <a:schemeClr val="accent2">
                <a:hueOff val="3758775"/>
                <a:satOff val="-10788"/>
                <a:lumOff val="-1727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Feeling isolated</a:t>
          </a:r>
          <a:endParaRPr lang="en-US" sz="1300" kern="1200"/>
        </a:p>
      </dsp:txBody>
      <dsp:txXfrm>
        <a:off x="4284798" y="1591868"/>
        <a:ext cx="1946002" cy="1167601"/>
      </dsp:txXfrm>
    </dsp:sp>
    <dsp:sp modelId="{69C14FA0-A03B-4A2A-9B3A-387E18D2284D}">
      <dsp:nvSpPr>
        <dsp:cNvPr id="0" name=""/>
        <dsp:cNvSpPr/>
      </dsp:nvSpPr>
      <dsp:spPr>
        <a:xfrm>
          <a:off x="6425401" y="1591868"/>
          <a:ext cx="1946002" cy="1167601"/>
        </a:xfrm>
        <a:prstGeom prst="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Being bullied</a:t>
          </a:r>
          <a:endParaRPr lang="en-US" sz="1300" kern="1200"/>
        </a:p>
      </dsp:txBody>
      <dsp:txXfrm>
        <a:off x="6425401" y="1591868"/>
        <a:ext cx="1946002" cy="1167601"/>
      </dsp:txXfrm>
    </dsp:sp>
    <dsp:sp modelId="{282A3088-9405-474D-986D-C4C56EE6041F}">
      <dsp:nvSpPr>
        <dsp:cNvPr id="0" name=""/>
        <dsp:cNvSpPr/>
      </dsp:nvSpPr>
      <dsp:spPr>
        <a:xfrm>
          <a:off x="8566003" y="1591868"/>
          <a:ext cx="1946002" cy="1167601"/>
        </a:xfrm>
        <a:prstGeom prst="rect">
          <a:avLst/>
        </a:prstGeom>
        <a:gradFill rotWithShape="0">
          <a:gsLst>
            <a:gs pos="0">
              <a:schemeClr val="accent2">
                <a:hueOff val="4832710"/>
                <a:satOff val="-13870"/>
                <a:lumOff val="-22207"/>
                <a:alphaOff val="0"/>
                <a:satMod val="103000"/>
                <a:lumMod val="102000"/>
                <a:tint val="94000"/>
              </a:schemeClr>
            </a:gs>
            <a:gs pos="50000">
              <a:schemeClr val="accent2">
                <a:hueOff val="4832710"/>
                <a:satOff val="-13870"/>
                <a:lumOff val="-22207"/>
                <a:alphaOff val="0"/>
                <a:satMod val="110000"/>
                <a:lumMod val="100000"/>
                <a:shade val="100000"/>
              </a:schemeClr>
            </a:gs>
            <a:gs pos="100000">
              <a:schemeClr val="accent2">
                <a:hueOff val="4832710"/>
                <a:satOff val="-13870"/>
                <a:lumOff val="-2220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Current or past physical, sexual or emotional abuse/neglect</a:t>
          </a:r>
          <a:endParaRPr lang="en-US" sz="1300" kern="1200"/>
        </a:p>
      </dsp:txBody>
      <dsp:txXfrm>
        <a:off x="8566003" y="1591868"/>
        <a:ext cx="1946002" cy="1167601"/>
      </dsp:txXfrm>
    </dsp:sp>
    <dsp:sp modelId="{DA0CF3AE-729F-4BCB-AC00-4B807019E5EA}">
      <dsp:nvSpPr>
        <dsp:cNvPr id="0" name=""/>
        <dsp:cNvSpPr/>
      </dsp:nvSpPr>
      <dsp:spPr>
        <a:xfrm>
          <a:off x="2144196" y="2954069"/>
          <a:ext cx="1946002" cy="1167601"/>
        </a:xfrm>
        <a:prstGeom prst="rect">
          <a:avLst/>
        </a:prstGeom>
        <a:gradFill rotWithShape="0">
          <a:gsLst>
            <a:gs pos="0">
              <a:schemeClr val="accent2">
                <a:hueOff val="5369678"/>
                <a:satOff val="-15411"/>
                <a:lumOff val="-24674"/>
                <a:alphaOff val="0"/>
                <a:satMod val="103000"/>
                <a:lumMod val="102000"/>
                <a:tint val="94000"/>
              </a:schemeClr>
            </a:gs>
            <a:gs pos="50000">
              <a:schemeClr val="accent2">
                <a:hueOff val="5369678"/>
                <a:satOff val="-15411"/>
                <a:lumOff val="-24674"/>
                <a:alphaOff val="0"/>
                <a:satMod val="110000"/>
                <a:lumMod val="100000"/>
                <a:shade val="100000"/>
              </a:schemeClr>
            </a:gs>
            <a:gs pos="100000">
              <a:schemeClr val="accent2">
                <a:hueOff val="5369678"/>
                <a:satOff val="-15411"/>
                <a:lumOff val="-2467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Difficulty getting along with family members/friends</a:t>
          </a:r>
          <a:endParaRPr lang="en-US" sz="1300" kern="1200"/>
        </a:p>
      </dsp:txBody>
      <dsp:txXfrm>
        <a:off x="2144196" y="2954069"/>
        <a:ext cx="1946002" cy="1167601"/>
      </dsp:txXfrm>
    </dsp:sp>
    <dsp:sp modelId="{344AE991-5E47-4363-ACF1-628698CEF9EA}">
      <dsp:nvSpPr>
        <dsp:cNvPr id="0" name=""/>
        <dsp:cNvSpPr/>
      </dsp:nvSpPr>
      <dsp:spPr>
        <a:xfrm>
          <a:off x="4284798" y="2954069"/>
          <a:ext cx="1946002" cy="1167601"/>
        </a:xfrm>
        <a:prstGeom prst="rect">
          <a:avLst/>
        </a:prstGeom>
        <a:gradFill rotWithShape="0">
          <a:gsLst>
            <a:gs pos="0">
              <a:schemeClr val="accent2">
                <a:hueOff val="5906646"/>
                <a:satOff val="-16952"/>
                <a:lumOff val="-27142"/>
                <a:alphaOff val="0"/>
                <a:satMod val="103000"/>
                <a:lumMod val="102000"/>
                <a:tint val="94000"/>
              </a:schemeClr>
            </a:gs>
            <a:gs pos="50000">
              <a:schemeClr val="accent2">
                <a:hueOff val="5906646"/>
                <a:satOff val="-16952"/>
                <a:lumOff val="-27142"/>
                <a:alphaOff val="0"/>
                <a:satMod val="110000"/>
                <a:lumMod val="100000"/>
                <a:shade val="100000"/>
              </a:schemeClr>
            </a:gs>
            <a:gs pos="100000">
              <a:schemeClr val="accent2">
                <a:hueOff val="5906646"/>
                <a:satOff val="-16952"/>
                <a:lumOff val="-2714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Relationship breakup</a:t>
          </a:r>
          <a:endParaRPr lang="en-US" sz="1300" kern="1200"/>
        </a:p>
      </dsp:txBody>
      <dsp:txXfrm>
        <a:off x="4284798" y="2954069"/>
        <a:ext cx="1946002" cy="1167601"/>
      </dsp:txXfrm>
    </dsp:sp>
    <dsp:sp modelId="{F6E0390F-A14C-4412-B94F-64EFD9379D09}">
      <dsp:nvSpPr>
        <dsp:cNvPr id="0" name=""/>
        <dsp:cNvSpPr/>
      </dsp:nvSpPr>
      <dsp:spPr>
        <a:xfrm>
          <a:off x="6425401" y="2954069"/>
          <a:ext cx="1946002" cy="1167601"/>
        </a:xfrm>
        <a:prstGeom prst="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AU" sz="1300" kern="1200"/>
            <a:t>Loss of someone close</a:t>
          </a:r>
          <a:endParaRPr lang="en-US" sz="1300" kern="1200"/>
        </a:p>
      </dsp:txBody>
      <dsp:txXfrm>
        <a:off x="6425401" y="2954069"/>
        <a:ext cx="1946002" cy="11676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B6F86-CDD8-4B70-BF21-CC1E9CD99F55}">
      <dsp:nvSpPr>
        <dsp:cNvPr id="0" name=""/>
        <dsp:cNvSpPr/>
      </dsp:nvSpPr>
      <dsp:spPr>
        <a:xfrm>
          <a:off x="0" y="107344"/>
          <a:ext cx="10636612" cy="442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b="1" kern="1200"/>
            <a:t>ASK</a:t>
          </a:r>
          <a:endParaRPr lang="en-US" sz="1800" kern="1200"/>
        </a:p>
      </dsp:txBody>
      <dsp:txXfrm>
        <a:off x="21589" y="128933"/>
        <a:ext cx="10593434" cy="399082"/>
      </dsp:txXfrm>
    </dsp:sp>
    <dsp:sp modelId="{756AA265-2559-49BD-9409-A9F5D22013F0}">
      <dsp:nvSpPr>
        <dsp:cNvPr id="0" name=""/>
        <dsp:cNvSpPr/>
      </dsp:nvSpPr>
      <dsp:spPr>
        <a:xfrm>
          <a:off x="0" y="549604"/>
          <a:ext cx="10636612" cy="1639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771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AU" sz="1400" kern="1200"/>
            <a:t>If you think someone might be suicidal, ask them directly:</a:t>
          </a:r>
          <a:endParaRPr lang="en-US" sz="1400" kern="1200"/>
        </a:p>
        <a:p>
          <a:pPr marL="228600" lvl="2" indent="-114300" algn="l" defTabSz="622300">
            <a:lnSpc>
              <a:spcPct val="90000"/>
            </a:lnSpc>
            <a:spcBef>
              <a:spcPct val="0"/>
            </a:spcBef>
            <a:spcAft>
              <a:spcPct val="20000"/>
            </a:spcAft>
            <a:buChar char="•"/>
          </a:pPr>
          <a:r>
            <a:rPr lang="en-AU" sz="1400" kern="1200"/>
            <a:t>"Are you thinking about suicide?" </a:t>
          </a:r>
          <a:endParaRPr lang="en-US" sz="1400" kern="1200"/>
        </a:p>
        <a:p>
          <a:pPr marL="228600" lvl="2" indent="-114300" algn="l" defTabSz="622300">
            <a:lnSpc>
              <a:spcPct val="90000"/>
            </a:lnSpc>
            <a:spcBef>
              <a:spcPct val="0"/>
            </a:spcBef>
            <a:spcAft>
              <a:spcPct val="20000"/>
            </a:spcAft>
            <a:buChar char="•"/>
          </a:pPr>
          <a:r>
            <a:rPr lang="en-AU" sz="1400" kern="1200" dirty="0"/>
            <a:t>Or “Are you thinking about killing yourself.”</a:t>
          </a:r>
          <a:endParaRPr lang="en-US" sz="1400" kern="1200" dirty="0"/>
        </a:p>
        <a:p>
          <a:pPr marL="228600" lvl="2" indent="-114300" algn="l" defTabSz="622300">
            <a:lnSpc>
              <a:spcPct val="90000"/>
            </a:lnSpc>
            <a:spcBef>
              <a:spcPct val="0"/>
            </a:spcBef>
            <a:spcAft>
              <a:spcPct val="20000"/>
            </a:spcAft>
            <a:buChar char="•"/>
          </a:pPr>
          <a:r>
            <a:rPr lang="en-AU" sz="1400" kern="1200" dirty="0"/>
            <a:t>Don’t be afraid to do this, it shows you care and </a:t>
          </a:r>
          <a:r>
            <a:rPr lang="en-GB" sz="1400" kern="1200" dirty="0"/>
            <a:t>does not increase risk and often helps people feel heard and supported</a:t>
          </a:r>
          <a:r>
            <a:rPr lang="en-AU" sz="1400" kern="1200" dirty="0"/>
            <a:t>. Make sure you ask directly and unambiguously.</a:t>
          </a:r>
          <a:endParaRPr lang="en-US" sz="1400" kern="1200" dirty="0"/>
        </a:p>
        <a:p>
          <a:pPr marL="228600" lvl="2" indent="-114300" algn="l" defTabSz="622300">
            <a:lnSpc>
              <a:spcPct val="90000"/>
            </a:lnSpc>
            <a:spcBef>
              <a:spcPct val="0"/>
            </a:spcBef>
            <a:spcAft>
              <a:spcPct val="20000"/>
            </a:spcAft>
            <a:buChar char="•"/>
          </a:pPr>
          <a:r>
            <a:rPr lang="en-AU" sz="1400" kern="1200" dirty="0"/>
            <a:t>While we might find it challenging and uncomfortable to ask about suicide, we need to hear people’s stories.</a:t>
          </a:r>
          <a:endParaRPr lang="en-US" sz="1400" kern="1200" dirty="0"/>
        </a:p>
        <a:p>
          <a:pPr marL="228600" lvl="2" indent="-114300" algn="l" defTabSz="622300">
            <a:lnSpc>
              <a:spcPct val="90000"/>
            </a:lnSpc>
            <a:spcBef>
              <a:spcPct val="0"/>
            </a:spcBef>
            <a:spcAft>
              <a:spcPct val="20000"/>
            </a:spcAft>
            <a:buChar char="•"/>
          </a:pPr>
          <a:r>
            <a:rPr lang="en-AU" sz="1400" kern="1200" dirty="0"/>
            <a:t>Most people don’t want to die, they just want their pain to stop.</a:t>
          </a:r>
          <a:endParaRPr lang="en-US" sz="1400" kern="1200" dirty="0"/>
        </a:p>
      </dsp:txBody>
      <dsp:txXfrm>
        <a:off x="0" y="549604"/>
        <a:ext cx="10636612" cy="1639440"/>
      </dsp:txXfrm>
    </dsp:sp>
    <dsp:sp modelId="{0B316E50-DFDD-42BD-81F5-D0651A409D09}">
      <dsp:nvSpPr>
        <dsp:cNvPr id="0" name=""/>
        <dsp:cNvSpPr/>
      </dsp:nvSpPr>
      <dsp:spPr>
        <a:xfrm>
          <a:off x="0" y="2189045"/>
          <a:ext cx="10636612" cy="442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b="1" kern="1200"/>
            <a:t>LISTEN AND STAY WITH THEM</a:t>
          </a:r>
          <a:endParaRPr lang="en-US" sz="1800" kern="1200"/>
        </a:p>
      </dsp:txBody>
      <dsp:txXfrm>
        <a:off x="21589" y="2210634"/>
        <a:ext cx="10593434" cy="399082"/>
      </dsp:txXfrm>
    </dsp:sp>
    <dsp:sp modelId="{DCD09F69-F8A0-4B5E-A3EA-E910E989505B}">
      <dsp:nvSpPr>
        <dsp:cNvPr id="0" name=""/>
        <dsp:cNvSpPr/>
      </dsp:nvSpPr>
      <dsp:spPr>
        <a:xfrm>
          <a:off x="0" y="2631305"/>
          <a:ext cx="10636612"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771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AU" sz="1400" kern="1200" dirty="0"/>
            <a:t>If they say 'yes', they are suicidal, listen to them and allow them to express how they are feeling. Don’t leave them alone (sometimes unrealistic in teaching environments). Stay with them or get someone else reliable to stay with them. </a:t>
          </a:r>
          <a:endParaRPr lang="en-US" sz="1400" kern="1200" dirty="0"/>
        </a:p>
      </dsp:txBody>
      <dsp:txXfrm>
        <a:off x="0" y="2631305"/>
        <a:ext cx="10636612" cy="437805"/>
      </dsp:txXfrm>
    </dsp:sp>
    <dsp:sp modelId="{23AED455-A1AF-4DDB-9DA7-589F42F0617C}">
      <dsp:nvSpPr>
        <dsp:cNvPr id="0" name=""/>
        <dsp:cNvSpPr/>
      </dsp:nvSpPr>
      <dsp:spPr>
        <a:xfrm>
          <a:off x="0" y="3069110"/>
          <a:ext cx="10636612" cy="442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b="1" kern="1200"/>
            <a:t>GET HELP </a:t>
          </a:r>
          <a:endParaRPr lang="en-US" sz="1800" kern="1200"/>
        </a:p>
      </dsp:txBody>
      <dsp:txXfrm>
        <a:off x="21589" y="3090699"/>
        <a:ext cx="10593434" cy="399082"/>
      </dsp:txXfrm>
    </dsp:sp>
    <dsp:sp modelId="{BB709011-1110-45F1-BBD9-796F3EA15AC7}">
      <dsp:nvSpPr>
        <dsp:cNvPr id="0" name=""/>
        <dsp:cNvSpPr/>
      </dsp:nvSpPr>
      <dsp:spPr>
        <a:xfrm>
          <a:off x="0" y="3511370"/>
          <a:ext cx="10636612"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771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AU" sz="1400" kern="1200"/>
            <a:t>Seek the attention of your colleagues and progress your concerns up the chain of command. Consult senior staff. </a:t>
          </a:r>
          <a:endParaRPr lang="en-US" sz="1400" kern="1200"/>
        </a:p>
      </dsp:txBody>
      <dsp:txXfrm>
        <a:off x="0" y="3511370"/>
        <a:ext cx="10636612" cy="298080"/>
      </dsp:txXfrm>
    </dsp:sp>
    <dsp:sp modelId="{6F9700FD-6506-44FF-BC1C-9C0246C354F7}">
      <dsp:nvSpPr>
        <dsp:cNvPr id="0" name=""/>
        <dsp:cNvSpPr/>
      </dsp:nvSpPr>
      <dsp:spPr>
        <a:xfrm>
          <a:off x="0" y="3809450"/>
          <a:ext cx="10636612" cy="442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b="1" kern="1200" dirty="0"/>
            <a:t>COMMUNICATE EVERYTHING</a:t>
          </a:r>
          <a:endParaRPr lang="en-US" sz="1800" kern="1200" dirty="0"/>
        </a:p>
      </dsp:txBody>
      <dsp:txXfrm>
        <a:off x="21589" y="3831039"/>
        <a:ext cx="10593434" cy="399082"/>
      </dsp:txXfrm>
    </dsp:sp>
    <dsp:sp modelId="{ABC91BA1-F969-4241-A309-449408A2E0A5}">
      <dsp:nvSpPr>
        <dsp:cNvPr id="0" name=""/>
        <dsp:cNvSpPr/>
      </dsp:nvSpPr>
      <dsp:spPr>
        <a:xfrm>
          <a:off x="0" y="4251710"/>
          <a:ext cx="10636612"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771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AU" sz="1400" kern="1200" dirty="0"/>
            <a:t>Do not leave them guessing. If you need someone reliable to replace you explain this clearly. If you plan on taking them to the psychologist office or hospital, explain again etc.</a:t>
          </a:r>
          <a:endParaRPr lang="en-US" sz="1400" kern="1200" dirty="0"/>
        </a:p>
      </dsp:txBody>
      <dsp:txXfrm>
        <a:off x="0" y="4251710"/>
        <a:ext cx="10636612" cy="437805"/>
      </dsp:txXfrm>
    </dsp:sp>
    <dsp:sp modelId="{A2673BF9-3F3F-41B6-B047-7D976F7EF800}">
      <dsp:nvSpPr>
        <dsp:cNvPr id="0" name=""/>
        <dsp:cNvSpPr/>
      </dsp:nvSpPr>
      <dsp:spPr>
        <a:xfrm>
          <a:off x="0" y="4689515"/>
          <a:ext cx="10636612" cy="442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b="1" kern="1200" dirty="0"/>
            <a:t>ROLE BOUNDARIES</a:t>
          </a:r>
        </a:p>
      </dsp:txBody>
      <dsp:txXfrm>
        <a:off x="21589" y="4711104"/>
        <a:ext cx="10593434" cy="399082"/>
      </dsp:txXfrm>
    </dsp:sp>
    <dsp:sp modelId="{568A873F-5C4E-4422-99B2-5A6E050C7320}">
      <dsp:nvSpPr>
        <dsp:cNvPr id="0" name=""/>
        <dsp:cNvSpPr/>
      </dsp:nvSpPr>
      <dsp:spPr>
        <a:xfrm>
          <a:off x="0" y="5131775"/>
          <a:ext cx="10636612"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771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GB" sz="1400" kern="1200"/>
            <a:t>Staff are not expected to assess or manage suicide/harm risk clinically. </a:t>
          </a:r>
          <a:r>
            <a:rPr lang="en-GB" sz="1400" kern="1200" dirty="0"/>
            <a:t>Your role is to listen, support, and escalate.</a:t>
          </a:r>
          <a:endParaRPr lang="en-AU" sz="1400" b="1" kern="1200" dirty="0"/>
        </a:p>
      </dsp:txBody>
      <dsp:txXfrm>
        <a:off x="0" y="5131775"/>
        <a:ext cx="10636612" cy="2980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108E32-2A8C-4414-AAAF-13452CA98A22}">
      <dsp:nvSpPr>
        <dsp:cNvPr id="0" name=""/>
        <dsp:cNvSpPr/>
      </dsp:nvSpPr>
      <dsp:spPr>
        <a:xfrm>
          <a:off x="582645" y="1178"/>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Exploitation (e.g. sexual, financial, other)</a:t>
          </a:r>
        </a:p>
      </dsp:txBody>
      <dsp:txXfrm>
        <a:off x="582645" y="1178"/>
        <a:ext cx="2174490" cy="1304694"/>
      </dsp:txXfrm>
    </dsp:sp>
    <dsp:sp modelId="{6477BC10-9178-4F7F-8C39-E93D292165A9}">
      <dsp:nvSpPr>
        <dsp:cNvPr id="0" name=""/>
        <dsp:cNvSpPr/>
      </dsp:nvSpPr>
      <dsp:spPr>
        <a:xfrm>
          <a:off x="2974584" y="1178"/>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Loss of reputation</a:t>
          </a:r>
        </a:p>
      </dsp:txBody>
      <dsp:txXfrm>
        <a:off x="2974584" y="1178"/>
        <a:ext cx="2174490" cy="1304694"/>
      </dsp:txXfrm>
    </dsp:sp>
    <dsp:sp modelId="{B807D3DE-EEDE-4676-A4AC-ED72EC49BABC}">
      <dsp:nvSpPr>
        <dsp:cNvPr id="0" name=""/>
        <dsp:cNvSpPr/>
      </dsp:nvSpPr>
      <dsp:spPr>
        <a:xfrm>
          <a:off x="5366524" y="1178"/>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Abuse, neglect</a:t>
          </a:r>
        </a:p>
      </dsp:txBody>
      <dsp:txXfrm>
        <a:off x="5366524" y="1178"/>
        <a:ext cx="2174490" cy="1304694"/>
      </dsp:txXfrm>
    </dsp:sp>
    <dsp:sp modelId="{D8333265-9395-4B62-9045-769C15486EE2}">
      <dsp:nvSpPr>
        <dsp:cNvPr id="0" name=""/>
        <dsp:cNvSpPr/>
      </dsp:nvSpPr>
      <dsp:spPr>
        <a:xfrm>
          <a:off x="7758464" y="1178"/>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Homelessness</a:t>
          </a:r>
        </a:p>
      </dsp:txBody>
      <dsp:txXfrm>
        <a:off x="7758464" y="1178"/>
        <a:ext cx="2174490" cy="1304694"/>
      </dsp:txXfrm>
    </dsp:sp>
    <dsp:sp modelId="{CDF5EC4F-0903-4BD2-834D-0DA41E796689}">
      <dsp:nvSpPr>
        <dsp:cNvPr id="0" name=""/>
        <dsp:cNvSpPr/>
      </dsp:nvSpPr>
      <dsp:spPr>
        <a:xfrm>
          <a:off x="582645" y="1523321"/>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Domestic violence</a:t>
          </a:r>
        </a:p>
      </dsp:txBody>
      <dsp:txXfrm>
        <a:off x="582645" y="1523321"/>
        <a:ext cx="2174490" cy="1304694"/>
      </dsp:txXfrm>
    </dsp:sp>
    <dsp:sp modelId="{5EE41493-733B-45E8-A72D-D68A24E7B324}">
      <dsp:nvSpPr>
        <dsp:cNvPr id="0" name=""/>
        <dsp:cNvSpPr/>
      </dsp:nvSpPr>
      <dsp:spPr>
        <a:xfrm>
          <a:off x="2974584" y="1523321"/>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Falls</a:t>
          </a:r>
        </a:p>
      </dsp:txBody>
      <dsp:txXfrm>
        <a:off x="2974584" y="1523321"/>
        <a:ext cx="2174490" cy="1304694"/>
      </dsp:txXfrm>
    </dsp:sp>
    <dsp:sp modelId="{3121B4C4-D9DD-44C1-A187-7E4A4DB90AD5}">
      <dsp:nvSpPr>
        <dsp:cNvPr id="0" name=""/>
        <dsp:cNvSpPr/>
      </dsp:nvSpPr>
      <dsp:spPr>
        <a:xfrm>
          <a:off x="5366524" y="1523321"/>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Loss of independence </a:t>
          </a:r>
        </a:p>
      </dsp:txBody>
      <dsp:txXfrm>
        <a:off x="5366524" y="1523321"/>
        <a:ext cx="2174490" cy="1304694"/>
      </dsp:txXfrm>
    </dsp:sp>
    <dsp:sp modelId="{36531782-1199-4A4C-BB54-1CA5AB9AE84A}">
      <dsp:nvSpPr>
        <dsp:cNvPr id="0" name=""/>
        <dsp:cNvSpPr/>
      </dsp:nvSpPr>
      <dsp:spPr>
        <a:xfrm>
          <a:off x="7758464" y="1523321"/>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Pet safety</a:t>
          </a:r>
        </a:p>
      </dsp:txBody>
      <dsp:txXfrm>
        <a:off x="7758464" y="1523321"/>
        <a:ext cx="2174490" cy="1304694"/>
      </dsp:txXfrm>
    </dsp:sp>
    <dsp:sp modelId="{388EAA0D-506C-4C1B-AFF5-C1AE6A90C823}">
      <dsp:nvSpPr>
        <dsp:cNvPr id="0" name=""/>
        <dsp:cNvSpPr/>
      </dsp:nvSpPr>
      <dsp:spPr>
        <a:xfrm>
          <a:off x="1778615" y="3045465"/>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Child safety</a:t>
          </a:r>
        </a:p>
      </dsp:txBody>
      <dsp:txXfrm>
        <a:off x="1778615" y="3045465"/>
        <a:ext cx="2174490" cy="1304694"/>
      </dsp:txXfrm>
    </dsp:sp>
    <dsp:sp modelId="{2433AC6D-497C-4DF7-850A-4FEBF67FCE07}">
      <dsp:nvSpPr>
        <dsp:cNvPr id="0" name=""/>
        <dsp:cNvSpPr/>
      </dsp:nvSpPr>
      <dsp:spPr>
        <a:xfrm>
          <a:off x="4170554" y="3045465"/>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Leaving care prematurely</a:t>
          </a:r>
        </a:p>
      </dsp:txBody>
      <dsp:txXfrm>
        <a:off x="4170554" y="3045465"/>
        <a:ext cx="2174490" cy="1304694"/>
      </dsp:txXfrm>
    </dsp:sp>
    <dsp:sp modelId="{3091990E-6DB2-4508-937E-2658F556B7FC}">
      <dsp:nvSpPr>
        <dsp:cNvPr id="0" name=""/>
        <dsp:cNvSpPr/>
      </dsp:nvSpPr>
      <dsp:spPr>
        <a:xfrm>
          <a:off x="6562494" y="3045465"/>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Command hallucinations</a:t>
          </a:r>
        </a:p>
      </dsp:txBody>
      <dsp:txXfrm>
        <a:off x="6562494" y="3045465"/>
        <a:ext cx="2174490" cy="13046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4ED4AD-A1F0-44F4-A488-EE09FCAB8C56}">
      <dsp:nvSpPr>
        <dsp:cNvPr id="0" name=""/>
        <dsp:cNvSpPr/>
      </dsp:nvSpPr>
      <dsp:spPr>
        <a:xfrm>
          <a:off x="0" y="129204"/>
          <a:ext cx="10515600" cy="442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b="1" kern="1200"/>
            <a:t>Current strengths and resources (History of the presenting illness) </a:t>
          </a:r>
          <a:endParaRPr lang="en-US" sz="1800" kern="1200"/>
        </a:p>
      </dsp:txBody>
      <dsp:txXfrm>
        <a:off x="21589" y="150793"/>
        <a:ext cx="10472422" cy="399082"/>
      </dsp:txXfrm>
    </dsp:sp>
    <dsp:sp modelId="{AD664FC3-0761-48DB-B0A1-2D925C4B7406}">
      <dsp:nvSpPr>
        <dsp:cNvPr id="0" name=""/>
        <dsp:cNvSpPr/>
      </dsp:nvSpPr>
      <dsp:spPr>
        <a:xfrm>
          <a:off x="0" y="571464"/>
          <a:ext cx="10515600" cy="689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AU" sz="1400" kern="1200"/>
            <a:t>What keeps you going? </a:t>
          </a:r>
          <a:endParaRPr lang="en-US" sz="1400" kern="1200"/>
        </a:p>
        <a:p>
          <a:pPr marL="114300" lvl="1" indent="-114300" algn="l" defTabSz="622300">
            <a:lnSpc>
              <a:spcPct val="90000"/>
            </a:lnSpc>
            <a:spcBef>
              <a:spcPct val="0"/>
            </a:spcBef>
            <a:spcAft>
              <a:spcPct val="20000"/>
            </a:spcAft>
            <a:buChar char="•"/>
          </a:pPr>
          <a:r>
            <a:rPr lang="en-AU" sz="1400" kern="1200"/>
            <a:t>Consider spirituality, social roles, cultural / political identity, self-belief, life skills, toughness, resilience, humour, environmental mastery, support from others, ability to express emotion artistically. </a:t>
          </a:r>
          <a:endParaRPr lang="en-US" sz="1400" kern="1200"/>
        </a:p>
      </dsp:txBody>
      <dsp:txXfrm>
        <a:off x="0" y="571464"/>
        <a:ext cx="10515600" cy="689310"/>
      </dsp:txXfrm>
    </dsp:sp>
    <dsp:sp modelId="{7406161F-EEF0-45E4-8634-126536FCEDD5}">
      <dsp:nvSpPr>
        <dsp:cNvPr id="0" name=""/>
        <dsp:cNvSpPr/>
      </dsp:nvSpPr>
      <dsp:spPr>
        <a:xfrm>
          <a:off x="0" y="1260774"/>
          <a:ext cx="10515600" cy="442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b="1" kern="1200"/>
            <a:t>Personal goals (Risk assessment)</a:t>
          </a:r>
          <a:endParaRPr lang="en-US" sz="1800" kern="1200"/>
        </a:p>
      </dsp:txBody>
      <dsp:txXfrm>
        <a:off x="21589" y="1282363"/>
        <a:ext cx="10472422" cy="399082"/>
      </dsp:txXfrm>
    </dsp:sp>
    <dsp:sp modelId="{32F4A217-399C-420C-8051-0319EA0C6417}">
      <dsp:nvSpPr>
        <dsp:cNvPr id="0" name=""/>
        <dsp:cNvSpPr/>
      </dsp:nvSpPr>
      <dsp:spPr>
        <a:xfrm>
          <a:off x="0" y="1703034"/>
          <a:ext cx="1051560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AU" sz="1400" kern="1200"/>
            <a:t>How would you like your life to be different? What are your dreams now? How have they changed? </a:t>
          </a:r>
          <a:endParaRPr lang="en-US" sz="1400" kern="1200"/>
        </a:p>
      </dsp:txBody>
      <dsp:txXfrm>
        <a:off x="0" y="1703034"/>
        <a:ext cx="10515600" cy="298080"/>
      </dsp:txXfrm>
    </dsp:sp>
    <dsp:sp modelId="{FF4B9276-BBCF-4417-8BEF-67DFA60A5D3C}">
      <dsp:nvSpPr>
        <dsp:cNvPr id="0" name=""/>
        <dsp:cNvSpPr/>
      </dsp:nvSpPr>
      <dsp:spPr>
        <a:xfrm>
          <a:off x="0" y="2001114"/>
          <a:ext cx="10515600" cy="442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b="1" kern="1200"/>
            <a:t>Past coping history (Past psychiatric history)</a:t>
          </a:r>
          <a:r>
            <a:rPr lang="en-AU" sz="1800" kern="1200"/>
            <a:t> </a:t>
          </a:r>
          <a:endParaRPr lang="en-US" sz="1800" kern="1200"/>
        </a:p>
      </dsp:txBody>
      <dsp:txXfrm>
        <a:off x="21589" y="2022703"/>
        <a:ext cx="10472422" cy="399082"/>
      </dsp:txXfrm>
    </dsp:sp>
    <dsp:sp modelId="{9820E844-1EF0-4EA7-89D9-0990761D4BE2}">
      <dsp:nvSpPr>
        <dsp:cNvPr id="0" name=""/>
        <dsp:cNvSpPr/>
      </dsp:nvSpPr>
      <dsp:spPr>
        <a:xfrm>
          <a:off x="0" y="2443374"/>
          <a:ext cx="1051560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AU" sz="1400" kern="1200"/>
            <a:t>How have you got through the tough times in your life? What supports have you found useful? What do you wish had happened? </a:t>
          </a:r>
          <a:endParaRPr lang="en-US" sz="1400" kern="1200"/>
        </a:p>
      </dsp:txBody>
      <dsp:txXfrm>
        <a:off x="0" y="2443374"/>
        <a:ext cx="10515600" cy="298080"/>
      </dsp:txXfrm>
    </dsp:sp>
    <dsp:sp modelId="{00C0B99F-CDC6-408C-B1DA-016EE60AB1ED}">
      <dsp:nvSpPr>
        <dsp:cNvPr id="0" name=""/>
        <dsp:cNvSpPr/>
      </dsp:nvSpPr>
      <dsp:spPr>
        <a:xfrm>
          <a:off x="0" y="2741454"/>
          <a:ext cx="10515600" cy="442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b="1" kern="1200"/>
            <a:t>Inherited resources (Genetic background)</a:t>
          </a:r>
          <a:r>
            <a:rPr lang="en-AU" sz="1800" kern="1200"/>
            <a:t> </a:t>
          </a:r>
          <a:endParaRPr lang="en-US" sz="1800" kern="1200"/>
        </a:p>
      </dsp:txBody>
      <dsp:txXfrm>
        <a:off x="21589" y="2763043"/>
        <a:ext cx="10472422" cy="399082"/>
      </dsp:txXfrm>
    </dsp:sp>
    <dsp:sp modelId="{34B35842-55E9-4EFC-80C1-9A0118716DD0}">
      <dsp:nvSpPr>
        <dsp:cNvPr id="0" name=""/>
        <dsp:cNvSpPr/>
      </dsp:nvSpPr>
      <dsp:spPr>
        <a:xfrm>
          <a:off x="0" y="3183714"/>
          <a:ext cx="1051560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AU" sz="1400" kern="1200"/>
            <a:t>Is there any history of high achieving in your family? Any artists, authors, athletes or academics?</a:t>
          </a:r>
          <a:endParaRPr lang="en-US" sz="1400" kern="1200"/>
        </a:p>
      </dsp:txBody>
      <dsp:txXfrm>
        <a:off x="0" y="3183714"/>
        <a:ext cx="10515600" cy="298080"/>
      </dsp:txXfrm>
    </dsp:sp>
    <dsp:sp modelId="{BFCA86BD-F6B7-451A-82AA-9E415DF97B36}">
      <dsp:nvSpPr>
        <dsp:cNvPr id="0" name=""/>
        <dsp:cNvSpPr/>
      </dsp:nvSpPr>
      <dsp:spPr>
        <a:xfrm>
          <a:off x="0" y="3481794"/>
          <a:ext cx="10515600" cy="442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AU" sz="1800" b="1" kern="1200"/>
            <a:t>Family environment (Family environment)</a:t>
          </a:r>
          <a:r>
            <a:rPr lang="en-AU" sz="1800" kern="1200"/>
            <a:t> </a:t>
          </a:r>
          <a:endParaRPr lang="en-US" sz="1800" kern="1200"/>
        </a:p>
      </dsp:txBody>
      <dsp:txXfrm>
        <a:off x="21589" y="3503383"/>
        <a:ext cx="10472422" cy="399082"/>
      </dsp:txXfrm>
    </dsp:sp>
    <dsp:sp modelId="{40D7DB58-5A0B-4BE9-A723-B02F20E7B824}">
      <dsp:nvSpPr>
        <dsp:cNvPr id="0" name=""/>
        <dsp:cNvSpPr/>
      </dsp:nvSpPr>
      <dsp:spPr>
        <a:xfrm>
          <a:off x="0" y="3924054"/>
          <a:ext cx="10515600"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AU" sz="1400" kern="1200"/>
            <a:t>When you were growing up, was there anyone you really admired? What important lessons did you learn during childhood? </a:t>
          </a:r>
          <a:endParaRPr lang="en-US" sz="1400" kern="1200"/>
        </a:p>
      </dsp:txBody>
      <dsp:txXfrm>
        <a:off x="0" y="3924054"/>
        <a:ext cx="10515600" cy="2980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17FC74-A46A-4284-83A2-9095862031E4}">
      <dsp:nvSpPr>
        <dsp:cNvPr id="0" name=""/>
        <dsp:cNvSpPr/>
      </dsp:nvSpPr>
      <dsp:spPr>
        <a:xfrm>
          <a:off x="0" y="36155"/>
          <a:ext cx="105156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AU" sz="1700" b="1" kern="1200"/>
            <a:t>Learning from the past (Precipitating events)</a:t>
          </a:r>
          <a:endParaRPr lang="en-US" sz="1700" kern="1200"/>
        </a:p>
      </dsp:txBody>
      <dsp:txXfrm>
        <a:off x="20390" y="56545"/>
        <a:ext cx="10474820" cy="376910"/>
      </dsp:txXfrm>
    </dsp:sp>
    <dsp:sp modelId="{A5BA27D4-F455-4607-A6DD-A73C183E75D4}">
      <dsp:nvSpPr>
        <dsp:cNvPr id="0" name=""/>
        <dsp:cNvSpPr/>
      </dsp:nvSpPr>
      <dsp:spPr>
        <a:xfrm>
          <a:off x="0" y="453845"/>
          <a:ext cx="10515600" cy="44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AU" sz="1300" kern="1200"/>
            <a:t>What have these experiences taught you? Are there any positive ways in which you have changed or grown as a person? </a:t>
          </a:r>
          <a:endParaRPr lang="en-US" sz="1300" kern="1200"/>
        </a:p>
        <a:p>
          <a:pPr marL="114300" lvl="1" indent="-114300" algn="l" defTabSz="577850">
            <a:lnSpc>
              <a:spcPct val="90000"/>
            </a:lnSpc>
            <a:spcBef>
              <a:spcPct val="0"/>
            </a:spcBef>
            <a:spcAft>
              <a:spcPct val="20000"/>
            </a:spcAft>
            <a:buChar char="•"/>
          </a:pPr>
          <a:r>
            <a:rPr lang="en-AU" sz="1300" kern="1200"/>
            <a:t>Consider gratitude, altruism, empathy, compassion, self-acceptance, self-efficacy, meaning. </a:t>
          </a:r>
          <a:endParaRPr lang="en-US" sz="1300" kern="1200"/>
        </a:p>
      </dsp:txBody>
      <dsp:txXfrm>
        <a:off x="0" y="453845"/>
        <a:ext cx="10515600" cy="448672"/>
      </dsp:txXfrm>
    </dsp:sp>
    <dsp:sp modelId="{E5B3A507-A75B-4677-8F2F-705E7B25C654}">
      <dsp:nvSpPr>
        <dsp:cNvPr id="0" name=""/>
        <dsp:cNvSpPr/>
      </dsp:nvSpPr>
      <dsp:spPr>
        <a:xfrm>
          <a:off x="0" y="902517"/>
          <a:ext cx="105156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AU" sz="1700" b="1" kern="1200"/>
            <a:t>Developmental history (Developmental history)</a:t>
          </a:r>
          <a:endParaRPr lang="en-US" sz="1700" kern="1200"/>
        </a:p>
      </dsp:txBody>
      <dsp:txXfrm>
        <a:off x="20390" y="922907"/>
        <a:ext cx="10474820" cy="376910"/>
      </dsp:txXfrm>
    </dsp:sp>
    <dsp:sp modelId="{DF9751CB-9465-432E-BEAB-3336F982D7FB}">
      <dsp:nvSpPr>
        <dsp:cNvPr id="0" name=""/>
        <dsp:cNvSpPr/>
      </dsp:nvSpPr>
      <dsp:spPr>
        <a:xfrm>
          <a:off x="0" y="1320207"/>
          <a:ext cx="10515600"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AU" sz="1300" kern="1200"/>
            <a:t>What was life-like for you when you were growing up? What did you enjoy? What’s your best memory? What skills or abilities did you discover you had? </a:t>
          </a:r>
          <a:endParaRPr lang="en-US" sz="1300" kern="1200"/>
        </a:p>
      </dsp:txBody>
      <dsp:txXfrm>
        <a:off x="0" y="1320207"/>
        <a:ext cx="10515600" cy="413482"/>
      </dsp:txXfrm>
    </dsp:sp>
    <dsp:sp modelId="{57F298E6-6BF1-4854-9412-8D4A88FF83BD}">
      <dsp:nvSpPr>
        <dsp:cNvPr id="0" name=""/>
        <dsp:cNvSpPr/>
      </dsp:nvSpPr>
      <dsp:spPr>
        <a:xfrm>
          <a:off x="0" y="1733690"/>
          <a:ext cx="105156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AU" sz="1700" b="1" kern="1200"/>
            <a:t>Valued social roles (Occupational history)</a:t>
          </a:r>
          <a:endParaRPr lang="en-US" sz="1700" kern="1200"/>
        </a:p>
      </dsp:txBody>
      <dsp:txXfrm>
        <a:off x="20390" y="1754080"/>
        <a:ext cx="10474820" cy="376910"/>
      </dsp:txXfrm>
    </dsp:sp>
    <dsp:sp modelId="{F87FAC29-9F86-40EB-9CC9-9E399A399985}">
      <dsp:nvSpPr>
        <dsp:cNvPr id="0" name=""/>
        <dsp:cNvSpPr/>
      </dsp:nvSpPr>
      <dsp:spPr>
        <a:xfrm>
          <a:off x="0" y="2151380"/>
          <a:ext cx="10515600"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AU" sz="1300" kern="1200"/>
            <a:t>What would someone who knew you really well and liked you say about you? What would you like them to say? How are you useful or of value to others? </a:t>
          </a:r>
          <a:endParaRPr lang="en-US" sz="1300" kern="1200"/>
        </a:p>
      </dsp:txBody>
      <dsp:txXfrm>
        <a:off x="0" y="2151380"/>
        <a:ext cx="10515600" cy="413482"/>
      </dsp:txXfrm>
    </dsp:sp>
    <dsp:sp modelId="{1CFF8165-BFC0-4361-8AEE-D254A0AD9CAF}">
      <dsp:nvSpPr>
        <dsp:cNvPr id="0" name=""/>
        <dsp:cNvSpPr/>
      </dsp:nvSpPr>
      <dsp:spPr>
        <a:xfrm>
          <a:off x="0" y="2564862"/>
          <a:ext cx="105156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AU" sz="1700" b="1" kern="1200"/>
            <a:t>Social supports (Relationship history)</a:t>
          </a:r>
          <a:r>
            <a:rPr lang="en-AU" sz="1700" kern="1200"/>
            <a:t> </a:t>
          </a:r>
          <a:endParaRPr lang="en-US" sz="1700" kern="1200"/>
        </a:p>
      </dsp:txBody>
      <dsp:txXfrm>
        <a:off x="20390" y="2585252"/>
        <a:ext cx="10474820" cy="376910"/>
      </dsp:txXfrm>
    </dsp:sp>
    <dsp:sp modelId="{1266A472-2B18-429F-8B3E-1BA37AF0810B}">
      <dsp:nvSpPr>
        <dsp:cNvPr id="0" name=""/>
        <dsp:cNvSpPr/>
      </dsp:nvSpPr>
      <dsp:spPr>
        <a:xfrm>
          <a:off x="0" y="2982552"/>
          <a:ext cx="10515600"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AU" sz="1300" kern="1200"/>
            <a:t>Who do you lean on in times of trouble? Who leans on you? </a:t>
          </a:r>
          <a:endParaRPr lang="en-US" sz="1300" kern="1200"/>
        </a:p>
      </dsp:txBody>
      <dsp:txXfrm>
        <a:off x="0" y="2982552"/>
        <a:ext cx="10515600" cy="281520"/>
      </dsp:txXfrm>
    </dsp:sp>
    <dsp:sp modelId="{949E62C3-523A-4638-89D4-B1E5DF8C2CEF}">
      <dsp:nvSpPr>
        <dsp:cNvPr id="0" name=""/>
        <dsp:cNvSpPr/>
      </dsp:nvSpPr>
      <dsp:spPr>
        <a:xfrm>
          <a:off x="0" y="3264072"/>
          <a:ext cx="105156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AU" sz="1700" b="1" kern="1200"/>
            <a:t>Personal gifts (Forensic history, drug and alcohol)</a:t>
          </a:r>
          <a:r>
            <a:rPr lang="en-AU" sz="1700" kern="1200"/>
            <a:t> </a:t>
          </a:r>
          <a:endParaRPr lang="en-US" sz="1700" kern="1200"/>
        </a:p>
      </dsp:txBody>
      <dsp:txXfrm>
        <a:off x="20390" y="3284462"/>
        <a:ext cx="10474820" cy="376910"/>
      </dsp:txXfrm>
    </dsp:sp>
    <dsp:sp modelId="{9BC0B84F-4DD2-4D51-B6D4-47E53AA87819}">
      <dsp:nvSpPr>
        <dsp:cNvPr id="0" name=""/>
        <dsp:cNvSpPr/>
      </dsp:nvSpPr>
      <dsp:spPr>
        <a:xfrm>
          <a:off x="0" y="3681762"/>
          <a:ext cx="10515600" cy="633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AU" sz="1300" kern="1200"/>
            <a:t>What is special about you? Has anyone ever paid you a compliment? What things that you’ve done or ways that you’ve behaved make you feel really proud of yourself? </a:t>
          </a:r>
          <a:endParaRPr lang="en-US" sz="1300" kern="1200"/>
        </a:p>
        <a:p>
          <a:pPr marL="114300" lvl="1" indent="-114300" algn="l" defTabSz="577850">
            <a:lnSpc>
              <a:spcPct val="90000"/>
            </a:lnSpc>
            <a:spcBef>
              <a:spcPct val="0"/>
            </a:spcBef>
            <a:spcAft>
              <a:spcPct val="20000"/>
            </a:spcAft>
            <a:buChar char="•"/>
          </a:pPr>
          <a:r>
            <a:rPr lang="en-AU" sz="1300" kern="1200" dirty="0"/>
            <a:t>A positive identity also emerges from healthy living, eating and fitness, or anything that makes people feel good about themselves.</a:t>
          </a:r>
          <a:endParaRPr lang="en-US" sz="1300" kern="1200" dirty="0"/>
        </a:p>
      </dsp:txBody>
      <dsp:txXfrm>
        <a:off x="0" y="3681762"/>
        <a:ext cx="10515600" cy="6334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4A224F-04BA-4A4A-8C08-375401740F62}">
      <dsp:nvSpPr>
        <dsp:cNvPr id="0" name=""/>
        <dsp:cNvSpPr/>
      </dsp:nvSpPr>
      <dsp:spPr>
        <a:xfrm>
          <a:off x="582645" y="1178"/>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Stable social support (friends, family, significant others)</a:t>
          </a:r>
        </a:p>
      </dsp:txBody>
      <dsp:txXfrm>
        <a:off x="582645" y="1178"/>
        <a:ext cx="2174490" cy="1304694"/>
      </dsp:txXfrm>
    </dsp:sp>
    <dsp:sp modelId="{9CC7F331-30CB-4C7E-9605-A2B0D99CA1B2}">
      <dsp:nvSpPr>
        <dsp:cNvPr id="0" name=""/>
        <dsp:cNvSpPr/>
      </dsp:nvSpPr>
      <dsp:spPr>
        <a:xfrm>
          <a:off x="2974584" y="1178"/>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a:t>Peer group affiliation</a:t>
          </a:r>
          <a:endParaRPr lang="en-US" sz="1200" kern="1200"/>
        </a:p>
      </dsp:txBody>
      <dsp:txXfrm>
        <a:off x="2974584" y="1178"/>
        <a:ext cx="2174490" cy="1304694"/>
      </dsp:txXfrm>
    </dsp:sp>
    <dsp:sp modelId="{C478E0EE-C609-4494-BDF4-E7CB9E3C840B}">
      <dsp:nvSpPr>
        <dsp:cNvPr id="0" name=""/>
        <dsp:cNvSpPr/>
      </dsp:nvSpPr>
      <dsp:spPr>
        <a:xfrm>
          <a:off x="5366524" y="1178"/>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Good coping and problem-solving skills</a:t>
          </a:r>
        </a:p>
      </dsp:txBody>
      <dsp:txXfrm>
        <a:off x="5366524" y="1178"/>
        <a:ext cx="2174490" cy="1304694"/>
      </dsp:txXfrm>
    </dsp:sp>
    <dsp:sp modelId="{3D67E5AD-948D-42BB-9001-4112E0A184C9}">
      <dsp:nvSpPr>
        <dsp:cNvPr id="0" name=""/>
        <dsp:cNvSpPr/>
      </dsp:nvSpPr>
      <dsp:spPr>
        <a:xfrm>
          <a:off x="7758464" y="1178"/>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AU" sz="1200" kern="1200"/>
            <a:t>Positive values and beliefs</a:t>
          </a:r>
          <a:endParaRPr lang="en-US" sz="1200" kern="1200"/>
        </a:p>
      </dsp:txBody>
      <dsp:txXfrm>
        <a:off x="7758464" y="1178"/>
        <a:ext cx="2174490" cy="1304694"/>
      </dsp:txXfrm>
    </dsp:sp>
    <dsp:sp modelId="{3ACF815D-BBBE-4F2A-B7A9-1DD6A8023E70}">
      <dsp:nvSpPr>
        <dsp:cNvPr id="0" name=""/>
        <dsp:cNvSpPr/>
      </dsp:nvSpPr>
      <dsp:spPr>
        <a:xfrm>
          <a:off x="582645" y="1523321"/>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Ability to seek and access help</a:t>
          </a:r>
        </a:p>
      </dsp:txBody>
      <dsp:txXfrm>
        <a:off x="582645" y="1523321"/>
        <a:ext cx="2174490" cy="1304694"/>
      </dsp:txXfrm>
    </dsp:sp>
    <dsp:sp modelId="{44AAE373-120D-4EB1-8D74-1A93FD604194}">
      <dsp:nvSpPr>
        <dsp:cNvPr id="0" name=""/>
        <dsp:cNvSpPr/>
      </dsp:nvSpPr>
      <dsp:spPr>
        <a:xfrm>
          <a:off x="2974584" y="1523321"/>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Stable employment &amp; accommodation</a:t>
          </a:r>
        </a:p>
      </dsp:txBody>
      <dsp:txXfrm>
        <a:off x="2974584" y="1523321"/>
        <a:ext cx="2174490" cy="1304694"/>
      </dsp:txXfrm>
    </dsp:sp>
    <dsp:sp modelId="{78B29565-7411-4C03-97D9-065D2E948D8F}">
      <dsp:nvSpPr>
        <dsp:cNvPr id="0" name=""/>
        <dsp:cNvSpPr/>
      </dsp:nvSpPr>
      <dsp:spPr>
        <a:xfrm>
          <a:off x="5366524" y="1523321"/>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Prolonged abstinence from substances</a:t>
          </a:r>
        </a:p>
      </dsp:txBody>
      <dsp:txXfrm>
        <a:off x="5366524" y="1523321"/>
        <a:ext cx="2174490" cy="1304694"/>
      </dsp:txXfrm>
    </dsp:sp>
    <dsp:sp modelId="{909F9419-DB66-47EB-9269-A0A5CACF95BF}">
      <dsp:nvSpPr>
        <dsp:cNvPr id="0" name=""/>
        <dsp:cNvSpPr/>
      </dsp:nvSpPr>
      <dsp:spPr>
        <a:xfrm>
          <a:off x="7758464" y="1523321"/>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Effective coping and problem-solving skills, hopefulness</a:t>
          </a:r>
        </a:p>
      </dsp:txBody>
      <dsp:txXfrm>
        <a:off x="7758464" y="1523321"/>
        <a:ext cx="2174490" cy="1304694"/>
      </dsp:txXfrm>
    </dsp:sp>
    <dsp:sp modelId="{2DC3F457-65CD-4726-9E1F-3AD29F4E6519}">
      <dsp:nvSpPr>
        <dsp:cNvPr id="0" name=""/>
        <dsp:cNvSpPr/>
      </dsp:nvSpPr>
      <dsp:spPr>
        <a:xfrm>
          <a:off x="1778615" y="3045465"/>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Availability of effective treatment, positive engagement with services, therapeutic engagement evident, awareness of early warning signs, concerns about effect of suicide on others</a:t>
          </a:r>
        </a:p>
      </dsp:txBody>
      <dsp:txXfrm>
        <a:off x="1778615" y="3045465"/>
        <a:ext cx="2174490" cy="1304694"/>
      </dsp:txXfrm>
    </dsp:sp>
    <dsp:sp modelId="{CFE55823-9F60-456C-B4B7-4118404F2C8F}">
      <dsp:nvSpPr>
        <dsp:cNvPr id="0" name=""/>
        <dsp:cNvSpPr/>
      </dsp:nvSpPr>
      <dsp:spPr>
        <a:xfrm>
          <a:off x="4170554" y="3045465"/>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Restricted access to lethal means</a:t>
          </a:r>
        </a:p>
      </dsp:txBody>
      <dsp:txXfrm>
        <a:off x="4170554" y="3045465"/>
        <a:ext cx="2174490" cy="1304694"/>
      </dsp:txXfrm>
    </dsp:sp>
    <dsp:sp modelId="{09F707B8-76C9-4F44-B899-2D29EDD6DF55}">
      <dsp:nvSpPr>
        <dsp:cNvPr id="0" name=""/>
        <dsp:cNvSpPr/>
      </dsp:nvSpPr>
      <dsp:spPr>
        <a:xfrm>
          <a:off x="6562494" y="3045465"/>
          <a:ext cx="2174490" cy="13046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Future thinking (thinking about the future!)</a:t>
          </a:r>
        </a:p>
      </dsp:txBody>
      <dsp:txXfrm>
        <a:off x="6562494" y="3045465"/>
        <a:ext cx="2174490" cy="130469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0DCB6-45B3-F1F9-7D28-24B0B8B2F2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E4932BA-DFD9-8909-E4DD-A4824FAB5E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E19394E0-591A-3D4C-BE0B-EEE4FA8AFFEB}"/>
              </a:ext>
            </a:extLst>
          </p:cNvPr>
          <p:cNvSpPr>
            <a:spLocks noGrp="1"/>
          </p:cNvSpPr>
          <p:nvPr>
            <p:ph type="dt" sz="half" idx="10"/>
          </p:nvPr>
        </p:nvSpPr>
        <p:spPr/>
        <p:txBody>
          <a:bodyPr/>
          <a:lstStyle/>
          <a:p>
            <a:fld id="{2CB79F4E-4347-4F72-BDFA-2C4E1C74ACF4}" type="datetimeFigureOut">
              <a:rPr lang="en-AU" smtClean="0"/>
              <a:t>13/05/2026</a:t>
            </a:fld>
            <a:endParaRPr lang="en-AU"/>
          </a:p>
        </p:txBody>
      </p:sp>
      <p:sp>
        <p:nvSpPr>
          <p:cNvPr id="5" name="Footer Placeholder 4">
            <a:extLst>
              <a:ext uri="{FF2B5EF4-FFF2-40B4-BE49-F238E27FC236}">
                <a16:creationId xmlns:a16="http://schemas.microsoft.com/office/drawing/2014/main" id="{3ABCBA8B-C39C-7477-A1DF-3B480B8CDAF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4B5ABDC-DE4E-0E1C-5073-21B1609F19D7}"/>
              </a:ext>
            </a:extLst>
          </p:cNvPr>
          <p:cNvSpPr>
            <a:spLocks noGrp="1"/>
          </p:cNvSpPr>
          <p:nvPr>
            <p:ph type="sldNum" sz="quarter" idx="12"/>
          </p:nvPr>
        </p:nvSpPr>
        <p:spPr/>
        <p:txBody>
          <a:bodyPr/>
          <a:lstStyle/>
          <a:p>
            <a:fld id="{EC60D093-AFEC-4649-A19B-E9D43F570A55}" type="slidenum">
              <a:rPr lang="en-AU" smtClean="0"/>
              <a:t>‹#›</a:t>
            </a:fld>
            <a:endParaRPr lang="en-AU"/>
          </a:p>
        </p:txBody>
      </p:sp>
    </p:spTree>
    <p:extLst>
      <p:ext uri="{BB962C8B-B14F-4D97-AF65-F5344CB8AC3E}">
        <p14:creationId xmlns:p14="http://schemas.microsoft.com/office/powerpoint/2010/main" val="2793822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A8049-4343-A99D-33EC-108A2037963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13C1FA8-4E5A-8A97-DDA8-93278EFB24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5664428-9BA8-6C76-B1A4-8FD674BFB205}"/>
              </a:ext>
            </a:extLst>
          </p:cNvPr>
          <p:cNvSpPr>
            <a:spLocks noGrp="1"/>
          </p:cNvSpPr>
          <p:nvPr>
            <p:ph type="dt" sz="half" idx="10"/>
          </p:nvPr>
        </p:nvSpPr>
        <p:spPr/>
        <p:txBody>
          <a:bodyPr/>
          <a:lstStyle/>
          <a:p>
            <a:fld id="{2CB79F4E-4347-4F72-BDFA-2C4E1C74ACF4}" type="datetimeFigureOut">
              <a:rPr lang="en-AU" smtClean="0"/>
              <a:t>13/05/2026</a:t>
            </a:fld>
            <a:endParaRPr lang="en-AU"/>
          </a:p>
        </p:txBody>
      </p:sp>
      <p:sp>
        <p:nvSpPr>
          <p:cNvPr id="5" name="Footer Placeholder 4">
            <a:extLst>
              <a:ext uri="{FF2B5EF4-FFF2-40B4-BE49-F238E27FC236}">
                <a16:creationId xmlns:a16="http://schemas.microsoft.com/office/drawing/2014/main" id="{128C12E4-F303-D98F-E59F-E040290161A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811BA05-34C2-3AC8-07CD-FB5EE2D103AE}"/>
              </a:ext>
            </a:extLst>
          </p:cNvPr>
          <p:cNvSpPr>
            <a:spLocks noGrp="1"/>
          </p:cNvSpPr>
          <p:nvPr>
            <p:ph type="sldNum" sz="quarter" idx="12"/>
          </p:nvPr>
        </p:nvSpPr>
        <p:spPr/>
        <p:txBody>
          <a:bodyPr/>
          <a:lstStyle/>
          <a:p>
            <a:fld id="{EC60D093-AFEC-4649-A19B-E9D43F570A55}" type="slidenum">
              <a:rPr lang="en-AU" smtClean="0"/>
              <a:t>‹#›</a:t>
            </a:fld>
            <a:endParaRPr lang="en-AU"/>
          </a:p>
        </p:txBody>
      </p:sp>
    </p:spTree>
    <p:extLst>
      <p:ext uri="{BB962C8B-B14F-4D97-AF65-F5344CB8AC3E}">
        <p14:creationId xmlns:p14="http://schemas.microsoft.com/office/powerpoint/2010/main" val="2576036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EDB41-A851-52AA-5716-AF72F90C23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B7F25B4-9529-3686-22F6-0FF9D4C371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3211DC-00CF-8EC1-71D2-BCA3B7EBA215}"/>
              </a:ext>
            </a:extLst>
          </p:cNvPr>
          <p:cNvSpPr>
            <a:spLocks noGrp="1"/>
          </p:cNvSpPr>
          <p:nvPr>
            <p:ph type="dt" sz="half" idx="10"/>
          </p:nvPr>
        </p:nvSpPr>
        <p:spPr/>
        <p:txBody>
          <a:bodyPr/>
          <a:lstStyle/>
          <a:p>
            <a:fld id="{2CB79F4E-4347-4F72-BDFA-2C4E1C74ACF4}" type="datetimeFigureOut">
              <a:rPr lang="en-AU" smtClean="0"/>
              <a:t>13/05/2026</a:t>
            </a:fld>
            <a:endParaRPr lang="en-AU"/>
          </a:p>
        </p:txBody>
      </p:sp>
      <p:sp>
        <p:nvSpPr>
          <p:cNvPr id="5" name="Footer Placeholder 4">
            <a:extLst>
              <a:ext uri="{FF2B5EF4-FFF2-40B4-BE49-F238E27FC236}">
                <a16:creationId xmlns:a16="http://schemas.microsoft.com/office/drawing/2014/main" id="{C3F567F7-9B94-4E64-71BD-6E77ACA40EA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29DFAB2-175C-32D2-AAE9-7399A1461CC6}"/>
              </a:ext>
            </a:extLst>
          </p:cNvPr>
          <p:cNvSpPr>
            <a:spLocks noGrp="1"/>
          </p:cNvSpPr>
          <p:nvPr>
            <p:ph type="sldNum" sz="quarter" idx="12"/>
          </p:nvPr>
        </p:nvSpPr>
        <p:spPr/>
        <p:txBody>
          <a:bodyPr/>
          <a:lstStyle/>
          <a:p>
            <a:fld id="{EC60D093-AFEC-4649-A19B-E9D43F570A55}" type="slidenum">
              <a:rPr lang="en-AU" smtClean="0"/>
              <a:t>‹#›</a:t>
            </a:fld>
            <a:endParaRPr lang="en-AU"/>
          </a:p>
        </p:txBody>
      </p:sp>
    </p:spTree>
    <p:extLst>
      <p:ext uri="{BB962C8B-B14F-4D97-AF65-F5344CB8AC3E}">
        <p14:creationId xmlns:p14="http://schemas.microsoft.com/office/powerpoint/2010/main" val="4169328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65F06-F6F0-A92D-4A47-02B07D30AC8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EF7BA08-3C27-CEF2-D6DA-34F9836845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F318965-0F6E-5C37-7048-2B8AAB2479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579A071E-0440-BB97-EDD7-44BA2124ACF1}"/>
              </a:ext>
            </a:extLst>
          </p:cNvPr>
          <p:cNvSpPr>
            <a:spLocks noGrp="1"/>
          </p:cNvSpPr>
          <p:nvPr>
            <p:ph type="dt" sz="half" idx="10"/>
          </p:nvPr>
        </p:nvSpPr>
        <p:spPr/>
        <p:txBody>
          <a:bodyPr/>
          <a:lstStyle/>
          <a:p>
            <a:fld id="{2CB79F4E-4347-4F72-BDFA-2C4E1C74ACF4}" type="datetimeFigureOut">
              <a:rPr lang="en-AU" smtClean="0"/>
              <a:t>13/05/2026</a:t>
            </a:fld>
            <a:endParaRPr lang="en-AU"/>
          </a:p>
        </p:txBody>
      </p:sp>
      <p:sp>
        <p:nvSpPr>
          <p:cNvPr id="6" name="Footer Placeholder 5">
            <a:extLst>
              <a:ext uri="{FF2B5EF4-FFF2-40B4-BE49-F238E27FC236}">
                <a16:creationId xmlns:a16="http://schemas.microsoft.com/office/drawing/2014/main" id="{46D81A7D-BCB8-D4FE-EF31-F29A615FF9A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AD0D37E-E4F2-9FC5-D337-B9F956460760}"/>
              </a:ext>
            </a:extLst>
          </p:cNvPr>
          <p:cNvSpPr>
            <a:spLocks noGrp="1"/>
          </p:cNvSpPr>
          <p:nvPr>
            <p:ph type="sldNum" sz="quarter" idx="12"/>
          </p:nvPr>
        </p:nvSpPr>
        <p:spPr/>
        <p:txBody>
          <a:bodyPr/>
          <a:lstStyle/>
          <a:p>
            <a:fld id="{EC60D093-AFEC-4649-A19B-E9D43F570A55}" type="slidenum">
              <a:rPr lang="en-AU" smtClean="0"/>
              <a:t>‹#›</a:t>
            </a:fld>
            <a:endParaRPr lang="en-AU"/>
          </a:p>
        </p:txBody>
      </p:sp>
    </p:spTree>
    <p:extLst>
      <p:ext uri="{BB962C8B-B14F-4D97-AF65-F5344CB8AC3E}">
        <p14:creationId xmlns:p14="http://schemas.microsoft.com/office/powerpoint/2010/main" val="3127572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E36C-3A92-16CB-76AA-EDDE46E7A205}"/>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91DF68B-AFAC-A5A0-0E93-2656C746EA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CCE229-CB61-4568-C6E7-4F5DB0DEF7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690E031-B093-854F-5DC8-39DB64AF7C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841036-7BFC-63C3-5BE3-944191D3AA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BC8EC342-7403-7F09-20D5-DE1818B6FE1E}"/>
              </a:ext>
            </a:extLst>
          </p:cNvPr>
          <p:cNvSpPr>
            <a:spLocks noGrp="1"/>
          </p:cNvSpPr>
          <p:nvPr>
            <p:ph type="dt" sz="half" idx="10"/>
          </p:nvPr>
        </p:nvSpPr>
        <p:spPr/>
        <p:txBody>
          <a:bodyPr/>
          <a:lstStyle/>
          <a:p>
            <a:fld id="{2CB79F4E-4347-4F72-BDFA-2C4E1C74ACF4}" type="datetimeFigureOut">
              <a:rPr lang="en-AU" smtClean="0"/>
              <a:t>13/05/2026</a:t>
            </a:fld>
            <a:endParaRPr lang="en-AU"/>
          </a:p>
        </p:txBody>
      </p:sp>
      <p:sp>
        <p:nvSpPr>
          <p:cNvPr id="8" name="Footer Placeholder 7">
            <a:extLst>
              <a:ext uri="{FF2B5EF4-FFF2-40B4-BE49-F238E27FC236}">
                <a16:creationId xmlns:a16="http://schemas.microsoft.com/office/drawing/2014/main" id="{538B978F-0E28-A86A-7EE1-862C78A6D356}"/>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26F865D4-7B02-5F84-808E-E1D20DD45B05}"/>
              </a:ext>
            </a:extLst>
          </p:cNvPr>
          <p:cNvSpPr>
            <a:spLocks noGrp="1"/>
          </p:cNvSpPr>
          <p:nvPr>
            <p:ph type="sldNum" sz="quarter" idx="12"/>
          </p:nvPr>
        </p:nvSpPr>
        <p:spPr/>
        <p:txBody>
          <a:bodyPr/>
          <a:lstStyle/>
          <a:p>
            <a:fld id="{EC60D093-AFEC-4649-A19B-E9D43F570A55}" type="slidenum">
              <a:rPr lang="en-AU" smtClean="0"/>
              <a:t>‹#›</a:t>
            </a:fld>
            <a:endParaRPr lang="en-AU"/>
          </a:p>
        </p:txBody>
      </p:sp>
    </p:spTree>
    <p:extLst>
      <p:ext uri="{BB962C8B-B14F-4D97-AF65-F5344CB8AC3E}">
        <p14:creationId xmlns:p14="http://schemas.microsoft.com/office/powerpoint/2010/main" val="2267970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9A7B6-26E0-A3CB-9406-19EBBAAA9D1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EEE1929-CC2C-044F-2F42-C36A3071BE2D}"/>
              </a:ext>
            </a:extLst>
          </p:cNvPr>
          <p:cNvSpPr>
            <a:spLocks noGrp="1"/>
          </p:cNvSpPr>
          <p:nvPr>
            <p:ph type="dt" sz="half" idx="10"/>
          </p:nvPr>
        </p:nvSpPr>
        <p:spPr/>
        <p:txBody>
          <a:bodyPr/>
          <a:lstStyle/>
          <a:p>
            <a:fld id="{2CB79F4E-4347-4F72-BDFA-2C4E1C74ACF4}" type="datetimeFigureOut">
              <a:rPr lang="en-AU" smtClean="0"/>
              <a:t>13/05/2026</a:t>
            </a:fld>
            <a:endParaRPr lang="en-AU"/>
          </a:p>
        </p:txBody>
      </p:sp>
      <p:sp>
        <p:nvSpPr>
          <p:cNvPr id="4" name="Footer Placeholder 3">
            <a:extLst>
              <a:ext uri="{FF2B5EF4-FFF2-40B4-BE49-F238E27FC236}">
                <a16:creationId xmlns:a16="http://schemas.microsoft.com/office/drawing/2014/main" id="{AA2585A8-AFFA-382D-6505-83D88310367A}"/>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7D81B2E-67C3-5D97-98FE-84A7818B7DAA}"/>
              </a:ext>
            </a:extLst>
          </p:cNvPr>
          <p:cNvSpPr>
            <a:spLocks noGrp="1"/>
          </p:cNvSpPr>
          <p:nvPr>
            <p:ph type="sldNum" sz="quarter" idx="12"/>
          </p:nvPr>
        </p:nvSpPr>
        <p:spPr/>
        <p:txBody>
          <a:bodyPr/>
          <a:lstStyle/>
          <a:p>
            <a:fld id="{EC60D093-AFEC-4649-A19B-E9D43F570A55}" type="slidenum">
              <a:rPr lang="en-AU" smtClean="0"/>
              <a:t>‹#›</a:t>
            </a:fld>
            <a:endParaRPr lang="en-AU"/>
          </a:p>
        </p:txBody>
      </p:sp>
    </p:spTree>
    <p:extLst>
      <p:ext uri="{BB962C8B-B14F-4D97-AF65-F5344CB8AC3E}">
        <p14:creationId xmlns:p14="http://schemas.microsoft.com/office/powerpoint/2010/main" val="248235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0DE969-69B5-AAF0-642E-137ED8460100}"/>
              </a:ext>
            </a:extLst>
          </p:cNvPr>
          <p:cNvSpPr>
            <a:spLocks noGrp="1"/>
          </p:cNvSpPr>
          <p:nvPr>
            <p:ph type="dt" sz="half" idx="10"/>
          </p:nvPr>
        </p:nvSpPr>
        <p:spPr/>
        <p:txBody>
          <a:bodyPr/>
          <a:lstStyle/>
          <a:p>
            <a:fld id="{2CB79F4E-4347-4F72-BDFA-2C4E1C74ACF4}" type="datetimeFigureOut">
              <a:rPr lang="en-AU" smtClean="0"/>
              <a:t>13/05/2026</a:t>
            </a:fld>
            <a:endParaRPr lang="en-AU"/>
          </a:p>
        </p:txBody>
      </p:sp>
      <p:sp>
        <p:nvSpPr>
          <p:cNvPr id="3" name="Footer Placeholder 2">
            <a:extLst>
              <a:ext uri="{FF2B5EF4-FFF2-40B4-BE49-F238E27FC236}">
                <a16:creationId xmlns:a16="http://schemas.microsoft.com/office/drawing/2014/main" id="{51F3E4EA-A318-E0CA-58E7-9E660B25EE39}"/>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A2E5A59-A1FB-5E17-9F1F-2DFC2AB0F374}"/>
              </a:ext>
            </a:extLst>
          </p:cNvPr>
          <p:cNvSpPr>
            <a:spLocks noGrp="1"/>
          </p:cNvSpPr>
          <p:nvPr>
            <p:ph type="sldNum" sz="quarter" idx="12"/>
          </p:nvPr>
        </p:nvSpPr>
        <p:spPr/>
        <p:txBody>
          <a:bodyPr/>
          <a:lstStyle/>
          <a:p>
            <a:fld id="{EC60D093-AFEC-4649-A19B-E9D43F570A55}" type="slidenum">
              <a:rPr lang="en-AU" smtClean="0"/>
              <a:t>‹#›</a:t>
            </a:fld>
            <a:endParaRPr lang="en-AU"/>
          </a:p>
        </p:txBody>
      </p:sp>
    </p:spTree>
    <p:extLst>
      <p:ext uri="{BB962C8B-B14F-4D97-AF65-F5344CB8AC3E}">
        <p14:creationId xmlns:p14="http://schemas.microsoft.com/office/powerpoint/2010/main" val="3783935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45785-C2EC-1053-69B7-F152154198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103E7105-E616-4FFA-F054-066D97CF1D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A6DE150-95B5-67F0-350A-8703A13F9C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A6E82B-843E-8D88-9118-4C3FCD97BD74}"/>
              </a:ext>
            </a:extLst>
          </p:cNvPr>
          <p:cNvSpPr>
            <a:spLocks noGrp="1"/>
          </p:cNvSpPr>
          <p:nvPr>
            <p:ph type="dt" sz="half" idx="10"/>
          </p:nvPr>
        </p:nvSpPr>
        <p:spPr/>
        <p:txBody>
          <a:bodyPr/>
          <a:lstStyle/>
          <a:p>
            <a:fld id="{2CB79F4E-4347-4F72-BDFA-2C4E1C74ACF4}" type="datetimeFigureOut">
              <a:rPr lang="en-AU" smtClean="0"/>
              <a:t>13/05/2026</a:t>
            </a:fld>
            <a:endParaRPr lang="en-AU"/>
          </a:p>
        </p:txBody>
      </p:sp>
      <p:sp>
        <p:nvSpPr>
          <p:cNvPr id="6" name="Footer Placeholder 5">
            <a:extLst>
              <a:ext uri="{FF2B5EF4-FFF2-40B4-BE49-F238E27FC236}">
                <a16:creationId xmlns:a16="http://schemas.microsoft.com/office/drawing/2014/main" id="{57B4EB71-9783-8537-4F4A-30647C78930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2C051C5-976D-DF37-EED5-91EF5DBB251B}"/>
              </a:ext>
            </a:extLst>
          </p:cNvPr>
          <p:cNvSpPr>
            <a:spLocks noGrp="1"/>
          </p:cNvSpPr>
          <p:nvPr>
            <p:ph type="sldNum" sz="quarter" idx="12"/>
          </p:nvPr>
        </p:nvSpPr>
        <p:spPr/>
        <p:txBody>
          <a:bodyPr/>
          <a:lstStyle/>
          <a:p>
            <a:fld id="{EC60D093-AFEC-4649-A19B-E9D43F570A55}" type="slidenum">
              <a:rPr lang="en-AU" smtClean="0"/>
              <a:t>‹#›</a:t>
            </a:fld>
            <a:endParaRPr lang="en-AU"/>
          </a:p>
        </p:txBody>
      </p:sp>
    </p:spTree>
    <p:extLst>
      <p:ext uri="{BB962C8B-B14F-4D97-AF65-F5344CB8AC3E}">
        <p14:creationId xmlns:p14="http://schemas.microsoft.com/office/powerpoint/2010/main" val="2756515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98562-2917-F3F7-1313-580830F2C5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DA4B6A12-565E-A184-FB14-C4DFEF1DA7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9E435CEE-DE81-06B8-CA52-8E4A41FABF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3307BB-4486-DB96-2AB9-DAAE1F32C315}"/>
              </a:ext>
            </a:extLst>
          </p:cNvPr>
          <p:cNvSpPr>
            <a:spLocks noGrp="1"/>
          </p:cNvSpPr>
          <p:nvPr>
            <p:ph type="dt" sz="half" idx="10"/>
          </p:nvPr>
        </p:nvSpPr>
        <p:spPr/>
        <p:txBody>
          <a:bodyPr/>
          <a:lstStyle/>
          <a:p>
            <a:fld id="{2CB79F4E-4347-4F72-BDFA-2C4E1C74ACF4}" type="datetimeFigureOut">
              <a:rPr lang="en-AU" smtClean="0"/>
              <a:t>13/05/2026</a:t>
            </a:fld>
            <a:endParaRPr lang="en-AU"/>
          </a:p>
        </p:txBody>
      </p:sp>
      <p:sp>
        <p:nvSpPr>
          <p:cNvPr id="6" name="Footer Placeholder 5">
            <a:extLst>
              <a:ext uri="{FF2B5EF4-FFF2-40B4-BE49-F238E27FC236}">
                <a16:creationId xmlns:a16="http://schemas.microsoft.com/office/drawing/2014/main" id="{92D8EF76-9A24-15F3-C7DF-39F68B2520D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87E62A9-A910-211D-1CC0-451E00A6FECC}"/>
              </a:ext>
            </a:extLst>
          </p:cNvPr>
          <p:cNvSpPr>
            <a:spLocks noGrp="1"/>
          </p:cNvSpPr>
          <p:nvPr>
            <p:ph type="sldNum" sz="quarter" idx="12"/>
          </p:nvPr>
        </p:nvSpPr>
        <p:spPr/>
        <p:txBody>
          <a:bodyPr/>
          <a:lstStyle/>
          <a:p>
            <a:fld id="{EC60D093-AFEC-4649-A19B-E9D43F570A55}" type="slidenum">
              <a:rPr lang="en-AU" smtClean="0"/>
              <a:t>‹#›</a:t>
            </a:fld>
            <a:endParaRPr lang="en-AU"/>
          </a:p>
        </p:txBody>
      </p:sp>
    </p:spTree>
    <p:extLst>
      <p:ext uri="{BB962C8B-B14F-4D97-AF65-F5344CB8AC3E}">
        <p14:creationId xmlns:p14="http://schemas.microsoft.com/office/powerpoint/2010/main" val="567870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95FD9-2531-AF65-8D99-3AE94F0C406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A33B563-73E8-F3E6-1785-82CDFC1F18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D74BADD-7DEC-61B9-BE18-5AF2DEBFB4D4}"/>
              </a:ext>
            </a:extLst>
          </p:cNvPr>
          <p:cNvSpPr>
            <a:spLocks noGrp="1"/>
          </p:cNvSpPr>
          <p:nvPr>
            <p:ph type="dt" sz="half" idx="10"/>
          </p:nvPr>
        </p:nvSpPr>
        <p:spPr/>
        <p:txBody>
          <a:bodyPr/>
          <a:lstStyle/>
          <a:p>
            <a:fld id="{2CB79F4E-4347-4F72-BDFA-2C4E1C74ACF4}" type="datetimeFigureOut">
              <a:rPr lang="en-AU" smtClean="0"/>
              <a:t>13/05/2026</a:t>
            </a:fld>
            <a:endParaRPr lang="en-AU"/>
          </a:p>
        </p:txBody>
      </p:sp>
      <p:sp>
        <p:nvSpPr>
          <p:cNvPr id="5" name="Footer Placeholder 4">
            <a:extLst>
              <a:ext uri="{FF2B5EF4-FFF2-40B4-BE49-F238E27FC236}">
                <a16:creationId xmlns:a16="http://schemas.microsoft.com/office/drawing/2014/main" id="{293D781A-ACF6-A121-1663-5DA595FB46E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6BCBF6B-A1F2-6C22-32DF-A56D4AB5ECC8}"/>
              </a:ext>
            </a:extLst>
          </p:cNvPr>
          <p:cNvSpPr>
            <a:spLocks noGrp="1"/>
          </p:cNvSpPr>
          <p:nvPr>
            <p:ph type="sldNum" sz="quarter" idx="12"/>
          </p:nvPr>
        </p:nvSpPr>
        <p:spPr/>
        <p:txBody>
          <a:bodyPr/>
          <a:lstStyle/>
          <a:p>
            <a:fld id="{EC60D093-AFEC-4649-A19B-E9D43F570A55}" type="slidenum">
              <a:rPr lang="en-AU" smtClean="0"/>
              <a:t>‹#›</a:t>
            </a:fld>
            <a:endParaRPr lang="en-AU"/>
          </a:p>
        </p:txBody>
      </p:sp>
    </p:spTree>
    <p:extLst>
      <p:ext uri="{BB962C8B-B14F-4D97-AF65-F5344CB8AC3E}">
        <p14:creationId xmlns:p14="http://schemas.microsoft.com/office/powerpoint/2010/main" val="423157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894DD2-1B88-578F-79F2-527392DB9B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50D85F1-6438-15E2-038F-083FAFB518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29E6D5A-0DC9-7553-236E-0E5C46ED95AC}"/>
              </a:ext>
            </a:extLst>
          </p:cNvPr>
          <p:cNvSpPr>
            <a:spLocks noGrp="1"/>
          </p:cNvSpPr>
          <p:nvPr>
            <p:ph type="dt" sz="half" idx="10"/>
          </p:nvPr>
        </p:nvSpPr>
        <p:spPr/>
        <p:txBody>
          <a:bodyPr/>
          <a:lstStyle/>
          <a:p>
            <a:fld id="{2CB79F4E-4347-4F72-BDFA-2C4E1C74ACF4}" type="datetimeFigureOut">
              <a:rPr lang="en-AU" smtClean="0"/>
              <a:t>13/05/2026</a:t>
            </a:fld>
            <a:endParaRPr lang="en-AU"/>
          </a:p>
        </p:txBody>
      </p:sp>
      <p:sp>
        <p:nvSpPr>
          <p:cNvPr id="5" name="Footer Placeholder 4">
            <a:extLst>
              <a:ext uri="{FF2B5EF4-FFF2-40B4-BE49-F238E27FC236}">
                <a16:creationId xmlns:a16="http://schemas.microsoft.com/office/drawing/2014/main" id="{34036FCD-CD57-B037-ABB8-FF9FBE7669C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90ABC40-6D67-A182-931F-54513DA0C9D4}"/>
              </a:ext>
            </a:extLst>
          </p:cNvPr>
          <p:cNvSpPr>
            <a:spLocks noGrp="1"/>
          </p:cNvSpPr>
          <p:nvPr>
            <p:ph type="sldNum" sz="quarter" idx="12"/>
          </p:nvPr>
        </p:nvSpPr>
        <p:spPr/>
        <p:txBody>
          <a:bodyPr/>
          <a:lstStyle/>
          <a:p>
            <a:fld id="{EC60D093-AFEC-4649-A19B-E9D43F570A55}" type="slidenum">
              <a:rPr lang="en-AU" smtClean="0"/>
              <a:t>‹#›</a:t>
            </a:fld>
            <a:endParaRPr lang="en-AU"/>
          </a:p>
        </p:txBody>
      </p:sp>
    </p:spTree>
    <p:extLst>
      <p:ext uri="{BB962C8B-B14F-4D97-AF65-F5344CB8AC3E}">
        <p14:creationId xmlns:p14="http://schemas.microsoft.com/office/powerpoint/2010/main" val="1627316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448492-8528-2A61-3CF8-EB878DC82B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CD48515-F2C4-5AA2-6971-3C3E92571E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A876E06-ED38-B2E8-C923-D1D0937B02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B79F4E-4347-4F72-BDFA-2C4E1C74ACF4}" type="datetimeFigureOut">
              <a:rPr lang="en-AU" smtClean="0"/>
              <a:t>13/05/2026</a:t>
            </a:fld>
            <a:endParaRPr lang="en-AU"/>
          </a:p>
        </p:txBody>
      </p:sp>
      <p:sp>
        <p:nvSpPr>
          <p:cNvPr id="5" name="Footer Placeholder 4">
            <a:extLst>
              <a:ext uri="{FF2B5EF4-FFF2-40B4-BE49-F238E27FC236}">
                <a16:creationId xmlns:a16="http://schemas.microsoft.com/office/drawing/2014/main" id="{A1235C8F-D386-0FA3-B811-195BA96D27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3552626-F827-DBE4-CFF8-FF749DE144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60D093-AFEC-4649-A19B-E9D43F570A55}" type="slidenum">
              <a:rPr lang="en-AU" smtClean="0"/>
              <a:t>‹#›</a:t>
            </a:fld>
            <a:endParaRPr lang="en-AU"/>
          </a:p>
        </p:txBody>
      </p:sp>
    </p:spTree>
    <p:extLst>
      <p:ext uri="{BB962C8B-B14F-4D97-AF65-F5344CB8AC3E}">
        <p14:creationId xmlns:p14="http://schemas.microsoft.com/office/powerpoint/2010/main" val="2376405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97264A61-6AE3-4DC0-A455-5EDC604E39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1" name="Color Cover">
              <a:extLst>
                <a:ext uri="{FF2B5EF4-FFF2-40B4-BE49-F238E27FC236}">
                  <a16:creationId xmlns:a16="http://schemas.microsoft.com/office/drawing/2014/main" id="{2F23900D-D5D0-4EE8-80F4-D25038DE24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Cover">
              <a:extLst>
                <a:ext uri="{FF2B5EF4-FFF2-40B4-BE49-F238E27FC236}">
                  <a16:creationId xmlns:a16="http://schemas.microsoft.com/office/drawing/2014/main" id="{C55310DE-258B-4134-9DA8-DC4C2D0EB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D691EE10-D5F3-48FA-BE55-F24A0BE59E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15" name="Color">
              <a:extLst>
                <a:ext uri="{FF2B5EF4-FFF2-40B4-BE49-F238E27FC236}">
                  <a16:creationId xmlns:a16="http://schemas.microsoft.com/office/drawing/2014/main" id="{7EF3BBC7-022F-4CD5-BE8E-BD8206C4BB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A877CB3E-FE2B-43A7-A987-F921A92494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AC525562-3DC4-6D1C-9812-57911769F986}"/>
              </a:ext>
            </a:extLst>
          </p:cNvPr>
          <p:cNvSpPr>
            <a:spLocks noGrp="1"/>
          </p:cNvSpPr>
          <p:nvPr>
            <p:ph type="ctrTitle"/>
          </p:nvPr>
        </p:nvSpPr>
        <p:spPr>
          <a:xfrm>
            <a:off x="1012644" y="841664"/>
            <a:ext cx="5155073" cy="5156800"/>
          </a:xfrm>
        </p:spPr>
        <p:txBody>
          <a:bodyPr anchor="ctr">
            <a:normAutofit/>
          </a:bodyPr>
          <a:lstStyle/>
          <a:p>
            <a:pPr algn="l"/>
            <a:r>
              <a:rPr lang="en-AU" sz="4800" b="1">
                <a:solidFill>
                  <a:schemeClr val="bg1"/>
                </a:solidFill>
              </a:rPr>
              <a:t>Suicide/Self harm/Harm to others talks and info!</a:t>
            </a:r>
            <a:br>
              <a:rPr lang="en-AU" sz="4800" b="1">
                <a:solidFill>
                  <a:schemeClr val="bg1"/>
                </a:solidFill>
              </a:rPr>
            </a:br>
            <a:endParaRPr lang="en-AU" sz="4800">
              <a:solidFill>
                <a:schemeClr val="bg1"/>
              </a:solidFill>
            </a:endParaRPr>
          </a:p>
        </p:txBody>
      </p:sp>
      <p:sp>
        <p:nvSpPr>
          <p:cNvPr id="3" name="Subtitle 2">
            <a:extLst>
              <a:ext uri="{FF2B5EF4-FFF2-40B4-BE49-F238E27FC236}">
                <a16:creationId xmlns:a16="http://schemas.microsoft.com/office/drawing/2014/main" id="{37ACB256-53E9-2D53-3887-1A22070852F3}"/>
              </a:ext>
            </a:extLst>
          </p:cNvPr>
          <p:cNvSpPr>
            <a:spLocks noGrp="1"/>
          </p:cNvSpPr>
          <p:nvPr>
            <p:ph type="subTitle" idx="1"/>
          </p:nvPr>
        </p:nvSpPr>
        <p:spPr>
          <a:xfrm>
            <a:off x="6534687" y="841664"/>
            <a:ext cx="4602517" cy="5156800"/>
          </a:xfrm>
        </p:spPr>
        <p:txBody>
          <a:bodyPr anchor="ctr">
            <a:normAutofit/>
          </a:bodyPr>
          <a:lstStyle/>
          <a:p>
            <a:pPr algn="l"/>
            <a:r>
              <a:rPr lang="en-AU" dirty="0">
                <a:solidFill>
                  <a:schemeClr val="bg1"/>
                </a:solidFill>
              </a:rPr>
              <a:t>These slides were designed for information not presentation, so some are a bit word heavy to avoid a poorly formatted word doc</a:t>
            </a:r>
          </a:p>
          <a:p>
            <a:pPr algn="l"/>
            <a:r>
              <a:rPr lang="en-AU" dirty="0">
                <a:solidFill>
                  <a:schemeClr val="bg1"/>
                </a:solidFill>
              </a:rPr>
              <a:t>This is largely a first draft!</a:t>
            </a:r>
          </a:p>
        </p:txBody>
      </p:sp>
    </p:spTree>
    <p:extLst>
      <p:ext uri="{BB962C8B-B14F-4D97-AF65-F5344CB8AC3E}">
        <p14:creationId xmlns:p14="http://schemas.microsoft.com/office/powerpoint/2010/main" val="3287164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5" name="Content Placeholder 2">
            <a:extLst>
              <a:ext uri="{FF2B5EF4-FFF2-40B4-BE49-F238E27FC236}">
                <a16:creationId xmlns:a16="http://schemas.microsoft.com/office/drawing/2014/main" id="{31771C91-5654-EC9F-BE13-F3DC69AAA375}"/>
              </a:ext>
            </a:extLst>
          </p:cNvPr>
          <p:cNvGraphicFramePr>
            <a:graphicFrameLocks noGrp="1"/>
          </p:cNvGraphicFramePr>
          <p:nvPr>
            <p:ph idx="1"/>
            <p:extLst>
              <p:ext uri="{D42A27DB-BD31-4B8C-83A1-F6EECF244321}">
                <p14:modId xmlns:p14="http://schemas.microsoft.com/office/powerpoint/2010/main" val="98458708"/>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1376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9C21B94-7526-7906-E62D-F0224EB95581}"/>
              </a:ext>
            </a:extLst>
          </p:cNvPr>
          <p:cNvPicPr>
            <a:picLocks noChangeAspect="1"/>
          </p:cNvPicPr>
          <p:nvPr/>
        </p:nvPicPr>
        <p:blipFill>
          <a:blip r:embed="rId2">
            <a:duotone>
              <a:schemeClr val="bg2">
                <a:shade val="45000"/>
                <a:satMod val="135000"/>
              </a:schemeClr>
              <a:prstClr val="white"/>
            </a:duotone>
          </a:blip>
          <a:srcRect t="25325" b="945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335AA2-3B1A-DA51-D928-E2007A12B4AE}"/>
              </a:ext>
            </a:extLst>
          </p:cNvPr>
          <p:cNvSpPr>
            <a:spLocks noGrp="1"/>
          </p:cNvSpPr>
          <p:nvPr>
            <p:ph type="title"/>
          </p:nvPr>
        </p:nvSpPr>
        <p:spPr>
          <a:xfrm>
            <a:off x="838200" y="365125"/>
            <a:ext cx="10515600" cy="1325563"/>
          </a:xfrm>
        </p:spPr>
        <p:txBody>
          <a:bodyPr>
            <a:normAutofit/>
          </a:bodyPr>
          <a:lstStyle/>
          <a:p>
            <a:r>
              <a:rPr lang="en-AU" sz="3400" b="1"/>
              <a:t>Why would someone think about self-harm or suicide?</a:t>
            </a:r>
            <a:br>
              <a:rPr lang="en-AU" sz="3400"/>
            </a:br>
            <a:endParaRPr lang="en-AU" sz="3400"/>
          </a:p>
        </p:txBody>
      </p:sp>
      <p:graphicFrame>
        <p:nvGraphicFramePr>
          <p:cNvPr id="5" name="Content Placeholder 2">
            <a:extLst>
              <a:ext uri="{FF2B5EF4-FFF2-40B4-BE49-F238E27FC236}">
                <a16:creationId xmlns:a16="http://schemas.microsoft.com/office/drawing/2014/main" id="{2DC58610-4AF4-AF36-C376-AB4E15FAB31D}"/>
              </a:ext>
            </a:extLst>
          </p:cNvPr>
          <p:cNvGraphicFramePr>
            <a:graphicFrameLocks noGrp="1"/>
          </p:cNvGraphicFramePr>
          <p:nvPr>
            <p:ph idx="1"/>
            <p:extLst>
              <p:ext uri="{D42A27DB-BD31-4B8C-83A1-F6EECF244321}">
                <p14:modId xmlns:p14="http://schemas.microsoft.com/office/powerpoint/2010/main" val="19458138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27866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D5DD50-C9AB-8BD0-8CBA-A9A23F473729}"/>
              </a:ext>
            </a:extLst>
          </p:cNvPr>
          <p:cNvSpPr>
            <a:spLocks noGrp="1"/>
          </p:cNvSpPr>
          <p:nvPr>
            <p:ph type="title"/>
          </p:nvPr>
        </p:nvSpPr>
        <p:spPr>
          <a:xfrm>
            <a:off x="838200" y="365125"/>
            <a:ext cx="10515600" cy="1325563"/>
          </a:xfrm>
        </p:spPr>
        <p:txBody>
          <a:bodyPr>
            <a:normAutofit/>
          </a:bodyPr>
          <a:lstStyle/>
          <a:p>
            <a:r>
              <a:rPr lang="en-AU" sz="5400"/>
              <a:t>Risk assessment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3349FBC-8D1E-B1D2-3E42-1D93E0868086}"/>
              </a:ext>
            </a:extLst>
          </p:cNvPr>
          <p:cNvSpPr>
            <a:spLocks noGrp="1"/>
          </p:cNvSpPr>
          <p:nvPr>
            <p:ph idx="1"/>
          </p:nvPr>
        </p:nvSpPr>
        <p:spPr>
          <a:xfrm>
            <a:off x="838200" y="1929384"/>
            <a:ext cx="10515600" cy="4251960"/>
          </a:xfrm>
        </p:spPr>
        <p:txBody>
          <a:bodyPr>
            <a:normAutofit/>
          </a:bodyPr>
          <a:lstStyle/>
          <a:p>
            <a:pPr lvl="0"/>
            <a:r>
              <a:rPr lang="en-AU" sz="1500" dirty="0"/>
              <a:t>Formal process by health professionals to estimate a person’s short-term, medium-term and long-term risk for suicide.</a:t>
            </a:r>
          </a:p>
          <a:p>
            <a:pPr lvl="0"/>
            <a:r>
              <a:rPr lang="en-AU" sz="1500" dirty="0"/>
              <a:t>Checklists developed and used in mental health services and ED, important to remember assessing for suicide risk requires more care &amp; thought than completing a checklist or assessment tool. </a:t>
            </a:r>
            <a:r>
              <a:rPr lang="en-AU" sz="1500" b="1" dirty="0"/>
              <a:t>Requires authentic engagement.</a:t>
            </a:r>
            <a:endParaRPr lang="en-AU" sz="1500" dirty="0"/>
          </a:p>
          <a:p>
            <a:pPr lvl="0"/>
            <a:r>
              <a:rPr lang="en-AU" sz="1500" dirty="0"/>
              <a:t>There is no clinical assessment tool that predicts with total certainty whether or not a person will attempt suicide, need to make a reasonable decision based on available evidence/information.</a:t>
            </a:r>
          </a:p>
          <a:p>
            <a:pPr lvl="0"/>
            <a:r>
              <a:rPr lang="en-AU" sz="1500" dirty="0"/>
              <a:t>Suicide risk is dynamic and fluctuating</a:t>
            </a:r>
          </a:p>
          <a:p>
            <a:pPr lvl="0"/>
            <a:r>
              <a:rPr lang="en-AU" sz="1500" dirty="0"/>
              <a:t>Risk factors are potential indicators of risk, however, tools that screen for risk factors are not sensitive or specific enough to be reliable in clinical practice. </a:t>
            </a:r>
          </a:p>
          <a:p>
            <a:pPr lvl="0"/>
            <a:r>
              <a:rPr lang="en-AU" sz="1500" dirty="0"/>
              <a:t>How a pro does it (INFORMATIONAL ONLY – </a:t>
            </a:r>
            <a:r>
              <a:rPr lang="en-AU" sz="1500" b="1" dirty="0"/>
              <a:t>bold can apply to us as UNSW staff</a:t>
            </a:r>
            <a:r>
              <a:rPr lang="en-AU" sz="1500" dirty="0"/>
              <a:t>)</a:t>
            </a:r>
          </a:p>
          <a:p>
            <a:pPr lvl="1"/>
            <a:r>
              <a:rPr lang="en-AU" sz="1500" dirty="0"/>
              <a:t>Detailed evaluation of suicidal behaviour and ideation</a:t>
            </a:r>
          </a:p>
          <a:p>
            <a:pPr lvl="1"/>
            <a:r>
              <a:rPr lang="en-AU" sz="1500" dirty="0"/>
              <a:t>Full psychiatric assessment</a:t>
            </a:r>
          </a:p>
          <a:p>
            <a:pPr lvl="1"/>
            <a:r>
              <a:rPr lang="en-AU" sz="1500" b="1" dirty="0"/>
              <a:t>Determination of the psychosocial circumstances</a:t>
            </a:r>
            <a:endParaRPr lang="en-AU" sz="1500" dirty="0"/>
          </a:p>
          <a:p>
            <a:pPr lvl="1"/>
            <a:r>
              <a:rPr lang="en-AU" sz="1500" dirty="0"/>
              <a:t>If possible, assessment should include family members/trusted friends.</a:t>
            </a:r>
          </a:p>
        </p:txBody>
      </p:sp>
    </p:spTree>
    <p:extLst>
      <p:ext uri="{BB962C8B-B14F-4D97-AF65-F5344CB8AC3E}">
        <p14:creationId xmlns:p14="http://schemas.microsoft.com/office/powerpoint/2010/main" val="3686737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912EA-A6F5-892F-6072-284C20AF4556}"/>
              </a:ext>
            </a:extLst>
          </p:cNvPr>
          <p:cNvSpPr>
            <a:spLocks noGrp="1"/>
          </p:cNvSpPr>
          <p:nvPr>
            <p:ph type="title"/>
          </p:nvPr>
        </p:nvSpPr>
        <p:spPr/>
        <p:txBody>
          <a:bodyPr/>
          <a:lstStyle/>
          <a:p>
            <a:r>
              <a:rPr lang="en-AU" dirty="0"/>
              <a:t>Risk assessment – what we can do</a:t>
            </a:r>
          </a:p>
        </p:txBody>
      </p:sp>
      <p:graphicFrame>
        <p:nvGraphicFramePr>
          <p:cNvPr id="6" name="Content Placeholder 2">
            <a:extLst>
              <a:ext uri="{FF2B5EF4-FFF2-40B4-BE49-F238E27FC236}">
                <a16:creationId xmlns:a16="http://schemas.microsoft.com/office/drawing/2014/main" id="{FCCC586F-A195-DFB0-DABD-58000B36E910}"/>
              </a:ext>
            </a:extLst>
          </p:cNvPr>
          <p:cNvGraphicFramePr>
            <a:graphicFrameLocks noGrp="1"/>
          </p:cNvGraphicFramePr>
          <p:nvPr>
            <p:ph idx="1"/>
            <p:extLst>
              <p:ext uri="{D42A27DB-BD31-4B8C-83A1-F6EECF244321}">
                <p14:modId xmlns:p14="http://schemas.microsoft.com/office/powerpoint/2010/main" val="714632993"/>
              </p:ext>
            </p:extLst>
          </p:nvPr>
        </p:nvGraphicFramePr>
        <p:xfrm>
          <a:off x="777694" y="1242538"/>
          <a:ext cx="10636612" cy="5537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6445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9494C4-3DE2-71DF-BA88-C22A0B17CAF9}"/>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a:t>Risk factors </a:t>
            </a:r>
          </a:p>
        </p:txBody>
      </p:sp>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30B6AB-A726-7314-AF28-7BBC17788C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320040" y="2873471"/>
            <a:ext cx="5614416" cy="3144073"/>
          </a:xfrm>
          <a:prstGeom prst="rect">
            <a:avLst/>
          </a:prstGeom>
          <a:noFill/>
        </p:spPr>
      </p:pic>
      <p:pic>
        <p:nvPicPr>
          <p:cNvPr id="5" name="Picture 4">
            <a:extLst>
              <a:ext uri="{FF2B5EF4-FFF2-40B4-BE49-F238E27FC236}">
                <a16:creationId xmlns:a16="http://schemas.microsoft.com/office/drawing/2014/main" id="{3516EA04-DB04-A298-73F1-5D9708DB47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254496" y="3147174"/>
            <a:ext cx="5614416" cy="2596667"/>
          </a:xfrm>
          <a:prstGeom prst="rect">
            <a:avLst/>
          </a:prstGeom>
          <a:noFill/>
        </p:spPr>
      </p:pic>
    </p:spTree>
    <p:extLst>
      <p:ext uri="{BB962C8B-B14F-4D97-AF65-F5344CB8AC3E}">
        <p14:creationId xmlns:p14="http://schemas.microsoft.com/office/powerpoint/2010/main" val="1703301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C563B-800C-493F-6E5A-65C3D188D3F9}"/>
              </a:ext>
            </a:extLst>
          </p:cNvPr>
          <p:cNvSpPr>
            <a:spLocks noGrp="1"/>
          </p:cNvSpPr>
          <p:nvPr>
            <p:ph type="title"/>
          </p:nvPr>
        </p:nvSpPr>
        <p:spPr/>
        <p:txBody>
          <a:bodyPr/>
          <a:lstStyle/>
          <a:p>
            <a:r>
              <a:rPr lang="en-AU" dirty="0"/>
              <a:t>Risk factors cont. (non exhaustive)</a:t>
            </a:r>
          </a:p>
        </p:txBody>
      </p:sp>
      <p:graphicFrame>
        <p:nvGraphicFramePr>
          <p:cNvPr id="6" name="Content Placeholder 2">
            <a:extLst>
              <a:ext uri="{FF2B5EF4-FFF2-40B4-BE49-F238E27FC236}">
                <a16:creationId xmlns:a16="http://schemas.microsoft.com/office/drawing/2014/main" id="{A067BEA3-DE1C-DB19-D7B6-F1A15E2C72AF}"/>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9465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DFD65-B462-F2DE-AFF5-620423C67285}"/>
              </a:ext>
            </a:extLst>
          </p:cNvPr>
          <p:cNvSpPr>
            <a:spLocks noGrp="1"/>
          </p:cNvSpPr>
          <p:nvPr>
            <p:ph type="title"/>
          </p:nvPr>
        </p:nvSpPr>
        <p:spPr/>
        <p:txBody>
          <a:bodyPr>
            <a:normAutofit fontScale="90000"/>
          </a:bodyPr>
          <a:lstStyle/>
          <a:p>
            <a:r>
              <a:rPr lang="en-AU" b="1" dirty="0"/>
              <a:t>Strengths based assessment (useful for fishing for protective factors)</a:t>
            </a:r>
            <a:br>
              <a:rPr lang="en-AU" b="1" dirty="0"/>
            </a:br>
            <a:endParaRPr lang="en-AU" dirty="0"/>
          </a:p>
        </p:txBody>
      </p:sp>
      <p:graphicFrame>
        <p:nvGraphicFramePr>
          <p:cNvPr id="5" name="Content Placeholder 2">
            <a:extLst>
              <a:ext uri="{FF2B5EF4-FFF2-40B4-BE49-F238E27FC236}">
                <a16:creationId xmlns:a16="http://schemas.microsoft.com/office/drawing/2014/main" id="{9A0D832A-8E6F-0271-3FB5-026A4298C85F}"/>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3191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B5E64-9E2D-9A3D-A1B0-9AD0781CA868}"/>
              </a:ext>
            </a:extLst>
          </p:cNvPr>
          <p:cNvSpPr>
            <a:spLocks noGrp="1"/>
          </p:cNvSpPr>
          <p:nvPr>
            <p:ph type="title"/>
          </p:nvPr>
        </p:nvSpPr>
        <p:spPr/>
        <p:txBody>
          <a:bodyPr/>
          <a:lstStyle/>
          <a:p>
            <a:r>
              <a:rPr lang="en-AU" dirty="0"/>
              <a:t>Strengths based assessment cont.</a:t>
            </a:r>
          </a:p>
        </p:txBody>
      </p:sp>
      <p:graphicFrame>
        <p:nvGraphicFramePr>
          <p:cNvPr id="5" name="Content Placeholder 2">
            <a:extLst>
              <a:ext uri="{FF2B5EF4-FFF2-40B4-BE49-F238E27FC236}">
                <a16:creationId xmlns:a16="http://schemas.microsoft.com/office/drawing/2014/main" id="{6BAB49B4-D54E-DC88-426D-D3390E53B617}"/>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0905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CD23B-6995-3AB8-2B85-2DFAB72976A7}"/>
              </a:ext>
            </a:extLst>
          </p:cNvPr>
          <p:cNvSpPr>
            <a:spLocks noGrp="1"/>
          </p:cNvSpPr>
          <p:nvPr>
            <p:ph type="title"/>
          </p:nvPr>
        </p:nvSpPr>
        <p:spPr/>
        <p:txBody>
          <a:bodyPr/>
          <a:lstStyle/>
          <a:p>
            <a:pPr algn="ctr"/>
            <a:r>
              <a:rPr lang="en-AU" b="1" dirty="0"/>
              <a:t>Protective factors!</a:t>
            </a:r>
            <a:endParaRPr lang="en-AU" dirty="0"/>
          </a:p>
        </p:txBody>
      </p:sp>
      <p:graphicFrame>
        <p:nvGraphicFramePr>
          <p:cNvPr id="5" name="Content Placeholder 2">
            <a:extLst>
              <a:ext uri="{FF2B5EF4-FFF2-40B4-BE49-F238E27FC236}">
                <a16:creationId xmlns:a16="http://schemas.microsoft.com/office/drawing/2014/main" id="{F2FEF83F-B1E8-8D14-B088-ABF20194D03E}"/>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1030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ABD5FC5D-4E51-A035-06C3-F145EEA19B0C}"/>
              </a:ext>
            </a:extLst>
          </p:cNvPr>
          <p:cNvSpPr>
            <a:spLocks noGrp="1"/>
          </p:cNvSpPr>
          <p:nvPr>
            <p:ph type="title"/>
          </p:nvPr>
        </p:nvSpPr>
        <p:spPr>
          <a:xfrm>
            <a:off x="1179226" y="1280679"/>
            <a:ext cx="9833548" cy="1325563"/>
          </a:xfrm>
        </p:spPr>
        <p:txBody>
          <a:bodyPr anchor="b">
            <a:normAutofit/>
          </a:bodyPr>
          <a:lstStyle/>
          <a:p>
            <a:pPr algn="ctr"/>
            <a:r>
              <a:rPr lang="en-AU" sz="3100" b="1">
                <a:solidFill>
                  <a:schemeClr val="tx2"/>
                </a:solidFill>
              </a:rPr>
              <a:t>Some important self-harm / suicide skills to remember</a:t>
            </a:r>
            <a:br>
              <a:rPr lang="en-AU" sz="3100" b="1">
                <a:solidFill>
                  <a:schemeClr val="tx2"/>
                </a:solidFill>
              </a:rPr>
            </a:br>
            <a:endParaRPr lang="en-AU" sz="3100">
              <a:solidFill>
                <a:schemeClr val="tx2"/>
              </a:solidFill>
            </a:endParaRP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E5FFA01C-8CF3-9D56-2342-2B906F50EC2F}"/>
              </a:ext>
            </a:extLst>
          </p:cNvPr>
          <p:cNvSpPr>
            <a:spLocks noGrp="1"/>
          </p:cNvSpPr>
          <p:nvPr>
            <p:ph idx="1"/>
          </p:nvPr>
        </p:nvSpPr>
        <p:spPr>
          <a:xfrm>
            <a:off x="1179226" y="2890979"/>
            <a:ext cx="9833548" cy="2693976"/>
          </a:xfrm>
        </p:spPr>
        <p:txBody>
          <a:bodyPr>
            <a:normAutofit/>
          </a:bodyPr>
          <a:lstStyle/>
          <a:p>
            <a:pPr lvl="0"/>
            <a:r>
              <a:rPr lang="en-AU" sz="1800">
                <a:solidFill>
                  <a:schemeClr val="tx2"/>
                </a:solidFill>
              </a:rPr>
              <a:t>Remain calm &amp; regulate your own emotions </a:t>
            </a:r>
          </a:p>
          <a:p>
            <a:pPr lvl="0"/>
            <a:r>
              <a:rPr lang="en-AU" sz="1800">
                <a:solidFill>
                  <a:schemeClr val="tx2"/>
                </a:solidFill>
              </a:rPr>
              <a:t>Put aside judgements &amp; biases</a:t>
            </a:r>
          </a:p>
          <a:p>
            <a:pPr lvl="0"/>
            <a:r>
              <a:rPr lang="en-AU" sz="1800">
                <a:solidFill>
                  <a:schemeClr val="tx2"/>
                </a:solidFill>
              </a:rPr>
              <a:t>Consider your non-verbal communication, convey calmness, empathy and acceptance</a:t>
            </a:r>
          </a:p>
          <a:p>
            <a:pPr lvl="0"/>
            <a:r>
              <a:rPr lang="en-AU" sz="1800">
                <a:solidFill>
                  <a:schemeClr val="tx2"/>
                </a:solidFill>
              </a:rPr>
              <a:t>Use active listening and effective communication (empathic + genuine concern + support)</a:t>
            </a:r>
          </a:p>
          <a:p>
            <a:pPr lvl="0"/>
            <a:r>
              <a:rPr lang="en-AU" sz="1800">
                <a:solidFill>
                  <a:schemeClr val="tx2"/>
                </a:solidFill>
              </a:rPr>
              <a:t>Therapeutic engagement is key in responding to a person at risk of suicide or self-harm</a:t>
            </a:r>
          </a:p>
          <a:p>
            <a:pPr lvl="0"/>
            <a:r>
              <a:rPr lang="en-AU" sz="1800">
                <a:solidFill>
                  <a:schemeClr val="tx2"/>
                </a:solidFill>
              </a:rPr>
              <a:t>Speak with and consult experienced/senior colleagues</a:t>
            </a:r>
          </a:p>
          <a:p>
            <a:pPr lvl="0"/>
            <a:r>
              <a:rPr lang="en-AU" sz="1800">
                <a:solidFill>
                  <a:schemeClr val="tx2"/>
                </a:solidFill>
              </a:rPr>
              <a:t>Never agree to secrecy </a:t>
            </a:r>
          </a:p>
          <a:p>
            <a:endParaRPr lang="en-AU" sz="180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52740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1196</Words>
  <Application>Microsoft Office PowerPoint</Application>
  <PresentationFormat>Widescreen</PresentationFormat>
  <Paragraphs>105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Suicide/Self harm/Harm to others talks and info! </vt:lpstr>
      <vt:lpstr>PowerPoint Presentation</vt:lpstr>
      <vt:lpstr>Why would someone think about self-harm or suicide? </vt:lpstr>
      <vt:lpstr>Risk assessment</vt:lpstr>
      <vt:lpstr>Risk assessment – what we can do</vt:lpstr>
      <vt:lpstr>Risk factors </vt:lpstr>
      <vt:lpstr>Risk factors cont. (non exhaustive)</vt:lpstr>
      <vt:lpstr>Strengths based assessment (useful for fishing for protective factors) </vt:lpstr>
      <vt:lpstr>Strengths based assessment cont.</vt:lpstr>
      <vt:lpstr>Protective factors!</vt:lpstr>
      <vt:lpstr>Some important self-harm / suicide skills to remember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Reuben Burman</dc:creator>
  <cp:lastModifiedBy>Reuben Burman</cp:lastModifiedBy>
  <cp:revision>2</cp:revision>
  <dcterms:created xsi:type="dcterms:W3CDTF">2026-05-13T08:03:25Z</dcterms:created>
  <dcterms:modified xsi:type="dcterms:W3CDTF">2026-05-13T10:12:43Z</dcterms:modified>
</cp:coreProperties>
</file>