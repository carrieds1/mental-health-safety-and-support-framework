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5" r:id="rId17"/>
    <p:sldId id="271" r:id="rId18"/>
    <p:sldId id="272" r:id="rId19"/>
    <p:sldId id="273" r:id="rId20"/>
    <p:sldId id="274" r:id="rId21"/>
    <p:sldId id="276" r:id="rId22"/>
    <p:sldId id="277" r:id="rId23"/>
    <p:sldId id="278" r:id="rId24"/>
    <p:sldId id="279" r:id="rId25"/>
    <p:sldId id="280" r:id="rId26"/>
    <p:sldId id="281" r:id="rId27"/>
    <p:sldId id="282" r:id="rId28"/>
    <p:sldId id="283"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7" autoAdjust="0"/>
    <p:restoredTop sz="94660"/>
  </p:normalViewPr>
  <p:slideViewPr>
    <p:cSldViewPr snapToGrid="0">
      <p:cViewPr varScale="1">
        <p:scale>
          <a:sx n="150" d="100"/>
          <a:sy n="150" d="100"/>
        </p:scale>
        <p:origin x="2946" y="1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20A7662-B22B-4D02-9813-D24E756D3B99}" type="doc">
      <dgm:prSet loTypeId="urn:microsoft.com/office/officeart/2005/8/layout/default" loCatId="list" qsTypeId="urn:microsoft.com/office/officeart/2005/8/quickstyle/simple4" qsCatId="simple" csTypeId="urn:microsoft.com/office/officeart/2005/8/colors/colorful1" csCatId="colorful" phldr="1"/>
      <dgm:spPr/>
      <dgm:t>
        <a:bodyPr/>
        <a:lstStyle/>
        <a:p>
          <a:endParaRPr lang="en-US"/>
        </a:p>
      </dgm:t>
    </dgm:pt>
    <dgm:pt modelId="{B0ECBC02-D6BD-4DB2-9EF0-DA79A7DB46DF}">
      <dgm:prSet/>
      <dgm:spPr/>
      <dgm:t>
        <a:bodyPr/>
        <a:lstStyle/>
        <a:p>
          <a:pPr>
            <a:lnSpc>
              <a:spcPct val="100000"/>
            </a:lnSpc>
          </a:pPr>
          <a:r>
            <a:rPr lang="en-AU" b="1"/>
            <a:t>Horse and cart model (most important)</a:t>
          </a:r>
          <a:endParaRPr lang="en-US"/>
        </a:p>
      </dgm:t>
    </dgm:pt>
    <dgm:pt modelId="{B430FEFA-0CD8-4E26-90C1-20DC632A4815}" type="parTrans" cxnId="{3757BBEB-0697-4EE8-A132-5F3E4EED7390}">
      <dgm:prSet/>
      <dgm:spPr/>
      <dgm:t>
        <a:bodyPr/>
        <a:lstStyle/>
        <a:p>
          <a:endParaRPr lang="en-US"/>
        </a:p>
      </dgm:t>
    </dgm:pt>
    <dgm:pt modelId="{38183773-89C2-4C44-B647-7FF5816768AB}" type="sibTrans" cxnId="{3757BBEB-0697-4EE8-A132-5F3E4EED7390}">
      <dgm:prSet/>
      <dgm:spPr/>
      <dgm:t>
        <a:bodyPr/>
        <a:lstStyle/>
        <a:p>
          <a:endParaRPr lang="en-US"/>
        </a:p>
      </dgm:t>
    </dgm:pt>
    <dgm:pt modelId="{FED779CF-50D3-4E16-8E8B-709AFEC3BB5F}">
      <dgm:prSet/>
      <dgm:spPr/>
      <dgm:t>
        <a:bodyPr/>
        <a:lstStyle/>
        <a:p>
          <a:pPr>
            <a:lnSpc>
              <a:spcPct val="100000"/>
            </a:lnSpc>
          </a:pPr>
          <a:r>
            <a:rPr lang="en-AU" b="1" dirty="0"/>
            <a:t>Unmet needs (the source of all escalation/stress)</a:t>
          </a:r>
          <a:endParaRPr lang="en-US" dirty="0"/>
        </a:p>
      </dgm:t>
    </dgm:pt>
    <dgm:pt modelId="{61F505B9-E7CE-47F8-96C7-00D29D17641B}" type="parTrans" cxnId="{0B42E09B-EF6D-4BD6-8A9C-B00DCBA4894C}">
      <dgm:prSet/>
      <dgm:spPr/>
      <dgm:t>
        <a:bodyPr/>
        <a:lstStyle/>
        <a:p>
          <a:endParaRPr lang="en-US"/>
        </a:p>
      </dgm:t>
    </dgm:pt>
    <dgm:pt modelId="{F45F7403-D952-446C-8DE0-0D4C6C7594CE}" type="sibTrans" cxnId="{0B42E09B-EF6D-4BD6-8A9C-B00DCBA4894C}">
      <dgm:prSet/>
      <dgm:spPr/>
      <dgm:t>
        <a:bodyPr/>
        <a:lstStyle/>
        <a:p>
          <a:endParaRPr lang="en-US"/>
        </a:p>
      </dgm:t>
    </dgm:pt>
    <dgm:pt modelId="{2096F37F-BD07-4601-BF8D-2E28E4638D6E}">
      <dgm:prSet/>
      <dgm:spPr/>
      <dgm:t>
        <a:bodyPr/>
        <a:lstStyle/>
        <a:p>
          <a:pPr>
            <a:lnSpc>
              <a:spcPct val="100000"/>
            </a:lnSpc>
          </a:pPr>
          <a:r>
            <a:rPr lang="en-AU" b="1" dirty="0"/>
            <a:t>Threat modelling (we already know this stuff!)</a:t>
          </a:r>
          <a:endParaRPr lang="en-US" dirty="0"/>
        </a:p>
      </dgm:t>
    </dgm:pt>
    <dgm:pt modelId="{20E527A8-6E48-4B9D-9A56-9FE772777D49}" type="parTrans" cxnId="{971D3E5F-28FB-4B09-9C58-97A65773FD6E}">
      <dgm:prSet/>
      <dgm:spPr/>
      <dgm:t>
        <a:bodyPr/>
        <a:lstStyle/>
        <a:p>
          <a:endParaRPr lang="en-US"/>
        </a:p>
      </dgm:t>
    </dgm:pt>
    <dgm:pt modelId="{ED87B538-0768-48F5-95A3-4C4EB444A788}" type="sibTrans" cxnId="{971D3E5F-28FB-4B09-9C58-97A65773FD6E}">
      <dgm:prSet/>
      <dgm:spPr/>
      <dgm:t>
        <a:bodyPr/>
        <a:lstStyle/>
        <a:p>
          <a:endParaRPr lang="en-US"/>
        </a:p>
      </dgm:t>
    </dgm:pt>
    <dgm:pt modelId="{6B266B90-E348-464E-8CCF-F11E165DD76B}">
      <dgm:prSet/>
      <dgm:spPr/>
      <dgm:t>
        <a:bodyPr/>
        <a:lstStyle/>
        <a:p>
          <a:pPr>
            <a:lnSpc>
              <a:spcPct val="100000"/>
            </a:lnSpc>
          </a:pPr>
          <a:r>
            <a:rPr lang="en-AU" b="1" dirty="0"/>
            <a:t>Changes from baseline (side channels!)</a:t>
          </a:r>
          <a:endParaRPr lang="en-US" dirty="0"/>
        </a:p>
      </dgm:t>
    </dgm:pt>
    <dgm:pt modelId="{0C52B9D9-0D58-4D8F-A68B-60A45477CBC7}" type="parTrans" cxnId="{FD7044C8-C6F4-4103-80BF-A72BD9F62E9E}">
      <dgm:prSet/>
      <dgm:spPr/>
      <dgm:t>
        <a:bodyPr/>
        <a:lstStyle/>
        <a:p>
          <a:endParaRPr lang="en-US"/>
        </a:p>
      </dgm:t>
    </dgm:pt>
    <dgm:pt modelId="{AA56E6E0-BEC0-4FDD-9329-2D744A8D1F9B}" type="sibTrans" cxnId="{FD7044C8-C6F4-4103-80BF-A72BD9F62E9E}">
      <dgm:prSet/>
      <dgm:spPr/>
      <dgm:t>
        <a:bodyPr/>
        <a:lstStyle/>
        <a:p>
          <a:endParaRPr lang="en-US"/>
        </a:p>
      </dgm:t>
    </dgm:pt>
    <dgm:pt modelId="{9DC42310-C484-47AA-A807-86C1A40E37B9}" type="pres">
      <dgm:prSet presAssocID="{920A7662-B22B-4D02-9813-D24E756D3B99}" presName="diagram" presStyleCnt="0">
        <dgm:presLayoutVars>
          <dgm:dir/>
          <dgm:resizeHandles val="exact"/>
        </dgm:presLayoutVars>
      </dgm:prSet>
      <dgm:spPr/>
    </dgm:pt>
    <dgm:pt modelId="{4BBE8455-1AF5-4671-9648-A24773D8C2A3}" type="pres">
      <dgm:prSet presAssocID="{B0ECBC02-D6BD-4DB2-9EF0-DA79A7DB46DF}" presName="node" presStyleLbl="node1" presStyleIdx="0" presStyleCnt="4">
        <dgm:presLayoutVars>
          <dgm:bulletEnabled val="1"/>
        </dgm:presLayoutVars>
      </dgm:prSet>
      <dgm:spPr/>
    </dgm:pt>
    <dgm:pt modelId="{7AF92E84-B7FA-40EE-8EFF-8FEDEF090E10}" type="pres">
      <dgm:prSet presAssocID="{38183773-89C2-4C44-B647-7FF5816768AB}" presName="sibTrans" presStyleCnt="0"/>
      <dgm:spPr/>
    </dgm:pt>
    <dgm:pt modelId="{20D113B6-EEA8-46B0-A79E-00B6CCF75113}" type="pres">
      <dgm:prSet presAssocID="{FED779CF-50D3-4E16-8E8B-709AFEC3BB5F}" presName="node" presStyleLbl="node1" presStyleIdx="1" presStyleCnt="4">
        <dgm:presLayoutVars>
          <dgm:bulletEnabled val="1"/>
        </dgm:presLayoutVars>
      </dgm:prSet>
      <dgm:spPr/>
    </dgm:pt>
    <dgm:pt modelId="{0475F9BF-1EC1-482A-A163-366BCB2314C2}" type="pres">
      <dgm:prSet presAssocID="{F45F7403-D952-446C-8DE0-0D4C6C7594CE}" presName="sibTrans" presStyleCnt="0"/>
      <dgm:spPr/>
    </dgm:pt>
    <dgm:pt modelId="{262981F1-CD7A-4C0F-A63B-471C74E59114}" type="pres">
      <dgm:prSet presAssocID="{2096F37F-BD07-4601-BF8D-2E28E4638D6E}" presName="node" presStyleLbl="node1" presStyleIdx="2" presStyleCnt="4">
        <dgm:presLayoutVars>
          <dgm:bulletEnabled val="1"/>
        </dgm:presLayoutVars>
      </dgm:prSet>
      <dgm:spPr/>
    </dgm:pt>
    <dgm:pt modelId="{AE476A20-31FD-45A1-84E4-DAAB32F21D8D}" type="pres">
      <dgm:prSet presAssocID="{ED87B538-0768-48F5-95A3-4C4EB444A788}" presName="sibTrans" presStyleCnt="0"/>
      <dgm:spPr/>
    </dgm:pt>
    <dgm:pt modelId="{15AEDE99-5D19-4961-BE62-1CC307C64392}" type="pres">
      <dgm:prSet presAssocID="{6B266B90-E348-464E-8CCF-F11E165DD76B}" presName="node" presStyleLbl="node1" presStyleIdx="3" presStyleCnt="4">
        <dgm:presLayoutVars>
          <dgm:bulletEnabled val="1"/>
        </dgm:presLayoutVars>
      </dgm:prSet>
      <dgm:spPr/>
    </dgm:pt>
  </dgm:ptLst>
  <dgm:cxnLst>
    <dgm:cxn modelId="{971D3E5F-28FB-4B09-9C58-97A65773FD6E}" srcId="{920A7662-B22B-4D02-9813-D24E756D3B99}" destId="{2096F37F-BD07-4601-BF8D-2E28E4638D6E}" srcOrd="2" destOrd="0" parTransId="{20E527A8-6E48-4B9D-9A56-9FE772777D49}" sibTransId="{ED87B538-0768-48F5-95A3-4C4EB444A788}"/>
    <dgm:cxn modelId="{459C016D-BCFD-4DDC-AA42-247B935B9EA6}" type="presOf" srcId="{6B266B90-E348-464E-8CCF-F11E165DD76B}" destId="{15AEDE99-5D19-4961-BE62-1CC307C64392}" srcOrd="0" destOrd="0" presId="urn:microsoft.com/office/officeart/2005/8/layout/default"/>
    <dgm:cxn modelId="{67379E6F-DA49-4052-99E8-C801A454F46F}" type="presOf" srcId="{B0ECBC02-D6BD-4DB2-9EF0-DA79A7DB46DF}" destId="{4BBE8455-1AF5-4671-9648-A24773D8C2A3}" srcOrd="0" destOrd="0" presId="urn:microsoft.com/office/officeart/2005/8/layout/default"/>
    <dgm:cxn modelId="{7D32D19A-6845-4B2D-872D-4C1F2A3D8A49}" type="presOf" srcId="{920A7662-B22B-4D02-9813-D24E756D3B99}" destId="{9DC42310-C484-47AA-A807-86C1A40E37B9}" srcOrd="0" destOrd="0" presId="urn:microsoft.com/office/officeart/2005/8/layout/default"/>
    <dgm:cxn modelId="{0B42E09B-EF6D-4BD6-8A9C-B00DCBA4894C}" srcId="{920A7662-B22B-4D02-9813-D24E756D3B99}" destId="{FED779CF-50D3-4E16-8E8B-709AFEC3BB5F}" srcOrd="1" destOrd="0" parTransId="{61F505B9-E7CE-47F8-96C7-00D29D17641B}" sibTransId="{F45F7403-D952-446C-8DE0-0D4C6C7594CE}"/>
    <dgm:cxn modelId="{FD7044C8-C6F4-4103-80BF-A72BD9F62E9E}" srcId="{920A7662-B22B-4D02-9813-D24E756D3B99}" destId="{6B266B90-E348-464E-8CCF-F11E165DD76B}" srcOrd="3" destOrd="0" parTransId="{0C52B9D9-0D58-4D8F-A68B-60A45477CBC7}" sibTransId="{AA56E6E0-BEC0-4FDD-9329-2D744A8D1F9B}"/>
    <dgm:cxn modelId="{A6A076DF-80FF-4D71-BDD6-067BD1F37382}" type="presOf" srcId="{2096F37F-BD07-4601-BF8D-2E28E4638D6E}" destId="{262981F1-CD7A-4C0F-A63B-471C74E59114}" srcOrd="0" destOrd="0" presId="urn:microsoft.com/office/officeart/2005/8/layout/default"/>
    <dgm:cxn modelId="{DF6835E7-6A6F-4197-B5AC-B58568515BCE}" type="presOf" srcId="{FED779CF-50D3-4E16-8E8B-709AFEC3BB5F}" destId="{20D113B6-EEA8-46B0-A79E-00B6CCF75113}" srcOrd="0" destOrd="0" presId="urn:microsoft.com/office/officeart/2005/8/layout/default"/>
    <dgm:cxn modelId="{3757BBEB-0697-4EE8-A132-5F3E4EED7390}" srcId="{920A7662-B22B-4D02-9813-D24E756D3B99}" destId="{B0ECBC02-D6BD-4DB2-9EF0-DA79A7DB46DF}" srcOrd="0" destOrd="0" parTransId="{B430FEFA-0CD8-4E26-90C1-20DC632A4815}" sibTransId="{38183773-89C2-4C44-B647-7FF5816768AB}"/>
    <dgm:cxn modelId="{53EB430B-5DDA-49B8-A5BC-0E44A04328BE}" type="presParOf" srcId="{9DC42310-C484-47AA-A807-86C1A40E37B9}" destId="{4BBE8455-1AF5-4671-9648-A24773D8C2A3}" srcOrd="0" destOrd="0" presId="urn:microsoft.com/office/officeart/2005/8/layout/default"/>
    <dgm:cxn modelId="{145596AD-F4D9-4224-8891-38406A5B5349}" type="presParOf" srcId="{9DC42310-C484-47AA-A807-86C1A40E37B9}" destId="{7AF92E84-B7FA-40EE-8EFF-8FEDEF090E10}" srcOrd="1" destOrd="0" presId="urn:microsoft.com/office/officeart/2005/8/layout/default"/>
    <dgm:cxn modelId="{CB9B4CDA-408B-446F-B8FB-4D1344E9676D}" type="presParOf" srcId="{9DC42310-C484-47AA-A807-86C1A40E37B9}" destId="{20D113B6-EEA8-46B0-A79E-00B6CCF75113}" srcOrd="2" destOrd="0" presId="urn:microsoft.com/office/officeart/2005/8/layout/default"/>
    <dgm:cxn modelId="{E923C334-49E7-4DF2-B70A-ACC466B1B35E}" type="presParOf" srcId="{9DC42310-C484-47AA-A807-86C1A40E37B9}" destId="{0475F9BF-1EC1-482A-A163-366BCB2314C2}" srcOrd="3" destOrd="0" presId="urn:microsoft.com/office/officeart/2005/8/layout/default"/>
    <dgm:cxn modelId="{AE4EBB64-393D-45D0-9390-F62073AC78A3}" type="presParOf" srcId="{9DC42310-C484-47AA-A807-86C1A40E37B9}" destId="{262981F1-CD7A-4C0F-A63B-471C74E59114}" srcOrd="4" destOrd="0" presId="urn:microsoft.com/office/officeart/2005/8/layout/default"/>
    <dgm:cxn modelId="{82DC9CF2-18CD-4B5C-B806-11523EE151D1}" type="presParOf" srcId="{9DC42310-C484-47AA-A807-86C1A40E37B9}" destId="{AE476A20-31FD-45A1-84E4-DAAB32F21D8D}" srcOrd="5" destOrd="0" presId="urn:microsoft.com/office/officeart/2005/8/layout/default"/>
    <dgm:cxn modelId="{4D287840-A445-4E09-B529-CF31C46F78EB}" type="presParOf" srcId="{9DC42310-C484-47AA-A807-86C1A40E37B9}" destId="{15AEDE99-5D19-4961-BE62-1CC307C64392}" srcOrd="6"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BBE8455-1AF5-4671-9648-A24773D8C2A3}">
      <dsp:nvSpPr>
        <dsp:cNvPr id="0" name=""/>
        <dsp:cNvSpPr/>
      </dsp:nvSpPr>
      <dsp:spPr>
        <a:xfrm>
          <a:off x="1748064" y="2975"/>
          <a:ext cx="3342605" cy="2005563"/>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ctr" defTabSz="1289050">
            <a:lnSpc>
              <a:spcPct val="100000"/>
            </a:lnSpc>
            <a:spcBef>
              <a:spcPct val="0"/>
            </a:spcBef>
            <a:spcAft>
              <a:spcPct val="35000"/>
            </a:spcAft>
            <a:buNone/>
          </a:pPr>
          <a:r>
            <a:rPr lang="en-AU" sz="2900" b="1" kern="1200"/>
            <a:t>Horse and cart model (most important)</a:t>
          </a:r>
          <a:endParaRPr lang="en-US" sz="2900" kern="1200"/>
        </a:p>
      </dsp:txBody>
      <dsp:txXfrm>
        <a:off x="1748064" y="2975"/>
        <a:ext cx="3342605" cy="2005563"/>
      </dsp:txXfrm>
    </dsp:sp>
    <dsp:sp modelId="{20D113B6-EEA8-46B0-A79E-00B6CCF75113}">
      <dsp:nvSpPr>
        <dsp:cNvPr id="0" name=""/>
        <dsp:cNvSpPr/>
      </dsp:nvSpPr>
      <dsp:spPr>
        <a:xfrm>
          <a:off x="5424930" y="2975"/>
          <a:ext cx="3342605" cy="2005563"/>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ctr" defTabSz="1289050">
            <a:lnSpc>
              <a:spcPct val="100000"/>
            </a:lnSpc>
            <a:spcBef>
              <a:spcPct val="0"/>
            </a:spcBef>
            <a:spcAft>
              <a:spcPct val="35000"/>
            </a:spcAft>
            <a:buNone/>
          </a:pPr>
          <a:r>
            <a:rPr lang="en-AU" sz="2900" b="1" kern="1200" dirty="0"/>
            <a:t>Unmet needs (the source of all escalation/stress)</a:t>
          </a:r>
          <a:endParaRPr lang="en-US" sz="2900" kern="1200" dirty="0"/>
        </a:p>
      </dsp:txBody>
      <dsp:txXfrm>
        <a:off x="5424930" y="2975"/>
        <a:ext cx="3342605" cy="2005563"/>
      </dsp:txXfrm>
    </dsp:sp>
    <dsp:sp modelId="{262981F1-CD7A-4C0F-A63B-471C74E59114}">
      <dsp:nvSpPr>
        <dsp:cNvPr id="0" name=""/>
        <dsp:cNvSpPr/>
      </dsp:nvSpPr>
      <dsp:spPr>
        <a:xfrm>
          <a:off x="1748064" y="2342799"/>
          <a:ext cx="3342605" cy="2005563"/>
        </a:xfrm>
        <a:prstGeom prst="rect">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ctr" defTabSz="1289050">
            <a:lnSpc>
              <a:spcPct val="100000"/>
            </a:lnSpc>
            <a:spcBef>
              <a:spcPct val="0"/>
            </a:spcBef>
            <a:spcAft>
              <a:spcPct val="35000"/>
            </a:spcAft>
            <a:buNone/>
          </a:pPr>
          <a:r>
            <a:rPr lang="en-AU" sz="2900" b="1" kern="1200" dirty="0"/>
            <a:t>Threat modelling (we already know this stuff!)</a:t>
          </a:r>
          <a:endParaRPr lang="en-US" sz="2900" kern="1200" dirty="0"/>
        </a:p>
      </dsp:txBody>
      <dsp:txXfrm>
        <a:off x="1748064" y="2342799"/>
        <a:ext cx="3342605" cy="2005563"/>
      </dsp:txXfrm>
    </dsp:sp>
    <dsp:sp modelId="{15AEDE99-5D19-4961-BE62-1CC307C64392}">
      <dsp:nvSpPr>
        <dsp:cNvPr id="0" name=""/>
        <dsp:cNvSpPr/>
      </dsp:nvSpPr>
      <dsp:spPr>
        <a:xfrm>
          <a:off x="5424930" y="2342799"/>
          <a:ext cx="3342605" cy="2005563"/>
        </a:xfrm>
        <a:prstGeom prst="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ctr" defTabSz="1289050">
            <a:lnSpc>
              <a:spcPct val="100000"/>
            </a:lnSpc>
            <a:spcBef>
              <a:spcPct val="0"/>
            </a:spcBef>
            <a:spcAft>
              <a:spcPct val="35000"/>
            </a:spcAft>
            <a:buNone/>
          </a:pPr>
          <a:r>
            <a:rPr lang="en-AU" sz="2900" b="1" kern="1200" dirty="0"/>
            <a:t>Changes from baseline (side channels!)</a:t>
          </a:r>
          <a:endParaRPr lang="en-US" sz="2900" kern="1200" dirty="0"/>
        </a:p>
      </dsp:txBody>
      <dsp:txXfrm>
        <a:off x="5424930" y="2342799"/>
        <a:ext cx="3342605" cy="2005563"/>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1D639E-5160-DEA8-F33A-E78BAD209E7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a:extLst>
              <a:ext uri="{FF2B5EF4-FFF2-40B4-BE49-F238E27FC236}">
                <a16:creationId xmlns:a16="http://schemas.microsoft.com/office/drawing/2014/main" id="{B0D7FA8E-6FA1-38BA-AC2F-0D44DF6D949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9872D3FD-DE99-0B09-99FD-4779F56A8B67}"/>
              </a:ext>
            </a:extLst>
          </p:cNvPr>
          <p:cNvSpPr>
            <a:spLocks noGrp="1"/>
          </p:cNvSpPr>
          <p:nvPr>
            <p:ph type="dt" sz="half" idx="10"/>
          </p:nvPr>
        </p:nvSpPr>
        <p:spPr/>
        <p:txBody>
          <a:bodyPr/>
          <a:lstStyle/>
          <a:p>
            <a:fld id="{E99DE31C-32B9-42C7-8357-526D0179626E}" type="datetimeFigureOut">
              <a:rPr lang="en-AU" smtClean="0"/>
              <a:t>15/05/2026</a:t>
            </a:fld>
            <a:endParaRPr lang="en-AU"/>
          </a:p>
        </p:txBody>
      </p:sp>
      <p:sp>
        <p:nvSpPr>
          <p:cNvPr id="5" name="Footer Placeholder 4">
            <a:extLst>
              <a:ext uri="{FF2B5EF4-FFF2-40B4-BE49-F238E27FC236}">
                <a16:creationId xmlns:a16="http://schemas.microsoft.com/office/drawing/2014/main" id="{E7CC1276-FB3A-7FD4-F0BA-A4F7843AEE8A}"/>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D4ADDB13-2314-939C-7D96-98F205A61768}"/>
              </a:ext>
            </a:extLst>
          </p:cNvPr>
          <p:cNvSpPr>
            <a:spLocks noGrp="1"/>
          </p:cNvSpPr>
          <p:nvPr>
            <p:ph type="sldNum" sz="quarter" idx="12"/>
          </p:nvPr>
        </p:nvSpPr>
        <p:spPr/>
        <p:txBody>
          <a:bodyPr/>
          <a:lstStyle/>
          <a:p>
            <a:fld id="{6E1B8293-DFD7-4340-89E4-BB724AE5719C}" type="slidenum">
              <a:rPr lang="en-AU" smtClean="0"/>
              <a:t>‹#›</a:t>
            </a:fld>
            <a:endParaRPr lang="en-AU"/>
          </a:p>
        </p:txBody>
      </p:sp>
    </p:spTree>
    <p:extLst>
      <p:ext uri="{BB962C8B-B14F-4D97-AF65-F5344CB8AC3E}">
        <p14:creationId xmlns:p14="http://schemas.microsoft.com/office/powerpoint/2010/main" val="37924392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582ABE-0689-AB59-558B-7A2016008A53}"/>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0C68CF7D-F7CE-5CEC-4E33-185C496CA09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E1AF21E9-A2BD-538A-1185-4B939C1D82FC}"/>
              </a:ext>
            </a:extLst>
          </p:cNvPr>
          <p:cNvSpPr>
            <a:spLocks noGrp="1"/>
          </p:cNvSpPr>
          <p:nvPr>
            <p:ph type="dt" sz="half" idx="10"/>
          </p:nvPr>
        </p:nvSpPr>
        <p:spPr/>
        <p:txBody>
          <a:bodyPr/>
          <a:lstStyle/>
          <a:p>
            <a:fld id="{E99DE31C-32B9-42C7-8357-526D0179626E}" type="datetimeFigureOut">
              <a:rPr lang="en-AU" smtClean="0"/>
              <a:t>15/05/2026</a:t>
            </a:fld>
            <a:endParaRPr lang="en-AU"/>
          </a:p>
        </p:txBody>
      </p:sp>
      <p:sp>
        <p:nvSpPr>
          <p:cNvPr id="5" name="Footer Placeholder 4">
            <a:extLst>
              <a:ext uri="{FF2B5EF4-FFF2-40B4-BE49-F238E27FC236}">
                <a16:creationId xmlns:a16="http://schemas.microsoft.com/office/drawing/2014/main" id="{10696109-7481-1AC4-61CC-77889C5B1FB4}"/>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6E62993A-96D3-34A6-5CB7-EEC53E9F37B0}"/>
              </a:ext>
            </a:extLst>
          </p:cNvPr>
          <p:cNvSpPr>
            <a:spLocks noGrp="1"/>
          </p:cNvSpPr>
          <p:nvPr>
            <p:ph type="sldNum" sz="quarter" idx="12"/>
          </p:nvPr>
        </p:nvSpPr>
        <p:spPr/>
        <p:txBody>
          <a:bodyPr/>
          <a:lstStyle/>
          <a:p>
            <a:fld id="{6E1B8293-DFD7-4340-89E4-BB724AE5719C}" type="slidenum">
              <a:rPr lang="en-AU" smtClean="0"/>
              <a:t>‹#›</a:t>
            </a:fld>
            <a:endParaRPr lang="en-AU"/>
          </a:p>
        </p:txBody>
      </p:sp>
    </p:spTree>
    <p:extLst>
      <p:ext uri="{BB962C8B-B14F-4D97-AF65-F5344CB8AC3E}">
        <p14:creationId xmlns:p14="http://schemas.microsoft.com/office/powerpoint/2010/main" val="6580758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0992AD-83DA-E67E-6C8E-91F39859E25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FC14C500-ED10-5584-4E15-DD20687B006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B24D54B-4DB6-03FC-9A73-FF48CA514720}"/>
              </a:ext>
            </a:extLst>
          </p:cNvPr>
          <p:cNvSpPr>
            <a:spLocks noGrp="1"/>
          </p:cNvSpPr>
          <p:nvPr>
            <p:ph type="dt" sz="half" idx="10"/>
          </p:nvPr>
        </p:nvSpPr>
        <p:spPr/>
        <p:txBody>
          <a:bodyPr/>
          <a:lstStyle/>
          <a:p>
            <a:fld id="{E99DE31C-32B9-42C7-8357-526D0179626E}" type="datetimeFigureOut">
              <a:rPr lang="en-AU" smtClean="0"/>
              <a:t>15/05/2026</a:t>
            </a:fld>
            <a:endParaRPr lang="en-AU"/>
          </a:p>
        </p:txBody>
      </p:sp>
      <p:sp>
        <p:nvSpPr>
          <p:cNvPr id="5" name="Footer Placeholder 4">
            <a:extLst>
              <a:ext uri="{FF2B5EF4-FFF2-40B4-BE49-F238E27FC236}">
                <a16:creationId xmlns:a16="http://schemas.microsoft.com/office/drawing/2014/main" id="{55DFA2CE-DE5E-23E9-5829-030E74E045EA}"/>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4399A951-CE03-95AE-046B-36F5A204463F}"/>
              </a:ext>
            </a:extLst>
          </p:cNvPr>
          <p:cNvSpPr>
            <a:spLocks noGrp="1"/>
          </p:cNvSpPr>
          <p:nvPr>
            <p:ph type="sldNum" sz="quarter" idx="12"/>
          </p:nvPr>
        </p:nvSpPr>
        <p:spPr/>
        <p:txBody>
          <a:bodyPr/>
          <a:lstStyle/>
          <a:p>
            <a:fld id="{6E1B8293-DFD7-4340-89E4-BB724AE5719C}" type="slidenum">
              <a:rPr lang="en-AU" smtClean="0"/>
              <a:t>‹#›</a:t>
            </a:fld>
            <a:endParaRPr lang="en-AU"/>
          </a:p>
        </p:txBody>
      </p:sp>
    </p:spTree>
    <p:extLst>
      <p:ext uri="{BB962C8B-B14F-4D97-AF65-F5344CB8AC3E}">
        <p14:creationId xmlns:p14="http://schemas.microsoft.com/office/powerpoint/2010/main" val="1374900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E9CBDA-F6B8-59C4-940F-FFB2B6D50620}"/>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34C0A90A-EE6B-58AD-7E78-3B81F0AEFAE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03CC03F7-466D-BDC5-F3EE-534F50664C8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E57F2C05-B032-65E7-1D3E-1A2149191D47}"/>
              </a:ext>
            </a:extLst>
          </p:cNvPr>
          <p:cNvSpPr>
            <a:spLocks noGrp="1"/>
          </p:cNvSpPr>
          <p:nvPr>
            <p:ph type="dt" sz="half" idx="10"/>
          </p:nvPr>
        </p:nvSpPr>
        <p:spPr/>
        <p:txBody>
          <a:bodyPr/>
          <a:lstStyle/>
          <a:p>
            <a:fld id="{E99DE31C-32B9-42C7-8357-526D0179626E}" type="datetimeFigureOut">
              <a:rPr lang="en-AU" smtClean="0"/>
              <a:t>15/05/2026</a:t>
            </a:fld>
            <a:endParaRPr lang="en-AU"/>
          </a:p>
        </p:txBody>
      </p:sp>
      <p:sp>
        <p:nvSpPr>
          <p:cNvPr id="6" name="Footer Placeholder 5">
            <a:extLst>
              <a:ext uri="{FF2B5EF4-FFF2-40B4-BE49-F238E27FC236}">
                <a16:creationId xmlns:a16="http://schemas.microsoft.com/office/drawing/2014/main" id="{9D118E7B-DEEB-82FC-DD47-8305F7B57BE5}"/>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A0643461-5164-1EF0-E3E3-B7340D0F983A}"/>
              </a:ext>
            </a:extLst>
          </p:cNvPr>
          <p:cNvSpPr>
            <a:spLocks noGrp="1"/>
          </p:cNvSpPr>
          <p:nvPr>
            <p:ph type="sldNum" sz="quarter" idx="12"/>
          </p:nvPr>
        </p:nvSpPr>
        <p:spPr/>
        <p:txBody>
          <a:bodyPr/>
          <a:lstStyle/>
          <a:p>
            <a:fld id="{6E1B8293-DFD7-4340-89E4-BB724AE5719C}" type="slidenum">
              <a:rPr lang="en-AU" smtClean="0"/>
              <a:t>‹#›</a:t>
            </a:fld>
            <a:endParaRPr lang="en-AU"/>
          </a:p>
        </p:txBody>
      </p:sp>
    </p:spTree>
    <p:extLst>
      <p:ext uri="{BB962C8B-B14F-4D97-AF65-F5344CB8AC3E}">
        <p14:creationId xmlns:p14="http://schemas.microsoft.com/office/powerpoint/2010/main" val="2445571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ABC3C2-2768-5848-B22E-B4FED370AA44}"/>
              </a:ext>
            </a:extLst>
          </p:cNvPr>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6FBB25A9-708C-ECDC-C97F-5686A9D35CE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AD37DA7-407E-0FAA-414E-A9D299D81D9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6E0590BF-F73D-3C09-741F-65768BFC7E7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8C58716-1E39-A4B7-C50B-E309B3DC73E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4A7856E6-2967-B64F-F159-603A854A5631}"/>
              </a:ext>
            </a:extLst>
          </p:cNvPr>
          <p:cNvSpPr>
            <a:spLocks noGrp="1"/>
          </p:cNvSpPr>
          <p:nvPr>
            <p:ph type="dt" sz="half" idx="10"/>
          </p:nvPr>
        </p:nvSpPr>
        <p:spPr/>
        <p:txBody>
          <a:bodyPr/>
          <a:lstStyle/>
          <a:p>
            <a:fld id="{E99DE31C-32B9-42C7-8357-526D0179626E}" type="datetimeFigureOut">
              <a:rPr lang="en-AU" smtClean="0"/>
              <a:t>15/05/2026</a:t>
            </a:fld>
            <a:endParaRPr lang="en-AU"/>
          </a:p>
        </p:txBody>
      </p:sp>
      <p:sp>
        <p:nvSpPr>
          <p:cNvPr id="8" name="Footer Placeholder 7">
            <a:extLst>
              <a:ext uri="{FF2B5EF4-FFF2-40B4-BE49-F238E27FC236}">
                <a16:creationId xmlns:a16="http://schemas.microsoft.com/office/drawing/2014/main" id="{81A39817-C5A8-D6F5-6C4E-ED739DF6E92C}"/>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F25588DD-AC9F-2121-32EB-F5BE251556F7}"/>
              </a:ext>
            </a:extLst>
          </p:cNvPr>
          <p:cNvSpPr>
            <a:spLocks noGrp="1"/>
          </p:cNvSpPr>
          <p:nvPr>
            <p:ph type="sldNum" sz="quarter" idx="12"/>
          </p:nvPr>
        </p:nvSpPr>
        <p:spPr/>
        <p:txBody>
          <a:bodyPr/>
          <a:lstStyle/>
          <a:p>
            <a:fld id="{6E1B8293-DFD7-4340-89E4-BB724AE5719C}" type="slidenum">
              <a:rPr lang="en-AU" smtClean="0"/>
              <a:t>‹#›</a:t>
            </a:fld>
            <a:endParaRPr lang="en-AU"/>
          </a:p>
        </p:txBody>
      </p:sp>
    </p:spTree>
    <p:extLst>
      <p:ext uri="{BB962C8B-B14F-4D97-AF65-F5344CB8AC3E}">
        <p14:creationId xmlns:p14="http://schemas.microsoft.com/office/powerpoint/2010/main" val="1087078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9B3317-5D74-F8C5-7177-D61672CE36AA}"/>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C7E54BF7-2E62-0C6A-9111-DF756FB2CA24}"/>
              </a:ext>
            </a:extLst>
          </p:cNvPr>
          <p:cNvSpPr>
            <a:spLocks noGrp="1"/>
          </p:cNvSpPr>
          <p:nvPr>
            <p:ph type="dt" sz="half" idx="10"/>
          </p:nvPr>
        </p:nvSpPr>
        <p:spPr/>
        <p:txBody>
          <a:bodyPr/>
          <a:lstStyle/>
          <a:p>
            <a:fld id="{E99DE31C-32B9-42C7-8357-526D0179626E}" type="datetimeFigureOut">
              <a:rPr lang="en-AU" smtClean="0"/>
              <a:t>15/05/2026</a:t>
            </a:fld>
            <a:endParaRPr lang="en-AU"/>
          </a:p>
        </p:txBody>
      </p:sp>
      <p:sp>
        <p:nvSpPr>
          <p:cNvPr id="4" name="Footer Placeholder 3">
            <a:extLst>
              <a:ext uri="{FF2B5EF4-FFF2-40B4-BE49-F238E27FC236}">
                <a16:creationId xmlns:a16="http://schemas.microsoft.com/office/drawing/2014/main" id="{4474B985-E42C-05AB-91EB-480FD1BF4079}"/>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C490D451-E7A3-D7F4-450E-80AE90789351}"/>
              </a:ext>
            </a:extLst>
          </p:cNvPr>
          <p:cNvSpPr>
            <a:spLocks noGrp="1"/>
          </p:cNvSpPr>
          <p:nvPr>
            <p:ph type="sldNum" sz="quarter" idx="12"/>
          </p:nvPr>
        </p:nvSpPr>
        <p:spPr/>
        <p:txBody>
          <a:bodyPr/>
          <a:lstStyle/>
          <a:p>
            <a:fld id="{6E1B8293-DFD7-4340-89E4-BB724AE5719C}" type="slidenum">
              <a:rPr lang="en-AU" smtClean="0"/>
              <a:t>‹#›</a:t>
            </a:fld>
            <a:endParaRPr lang="en-AU"/>
          </a:p>
        </p:txBody>
      </p:sp>
    </p:spTree>
    <p:extLst>
      <p:ext uri="{BB962C8B-B14F-4D97-AF65-F5344CB8AC3E}">
        <p14:creationId xmlns:p14="http://schemas.microsoft.com/office/powerpoint/2010/main" val="40252107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3E42E3E-9CA7-B4DC-EAF8-CD43DA970C40}"/>
              </a:ext>
            </a:extLst>
          </p:cNvPr>
          <p:cNvSpPr>
            <a:spLocks noGrp="1"/>
          </p:cNvSpPr>
          <p:nvPr>
            <p:ph type="dt" sz="half" idx="10"/>
          </p:nvPr>
        </p:nvSpPr>
        <p:spPr/>
        <p:txBody>
          <a:bodyPr/>
          <a:lstStyle/>
          <a:p>
            <a:fld id="{E99DE31C-32B9-42C7-8357-526D0179626E}" type="datetimeFigureOut">
              <a:rPr lang="en-AU" smtClean="0"/>
              <a:t>15/05/2026</a:t>
            </a:fld>
            <a:endParaRPr lang="en-AU"/>
          </a:p>
        </p:txBody>
      </p:sp>
      <p:sp>
        <p:nvSpPr>
          <p:cNvPr id="3" name="Footer Placeholder 2">
            <a:extLst>
              <a:ext uri="{FF2B5EF4-FFF2-40B4-BE49-F238E27FC236}">
                <a16:creationId xmlns:a16="http://schemas.microsoft.com/office/drawing/2014/main" id="{C9ED8F47-C3F5-4BB7-0700-4599C97BCA07}"/>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33E76916-134D-66B9-6465-2C1E54E6DDC4}"/>
              </a:ext>
            </a:extLst>
          </p:cNvPr>
          <p:cNvSpPr>
            <a:spLocks noGrp="1"/>
          </p:cNvSpPr>
          <p:nvPr>
            <p:ph type="sldNum" sz="quarter" idx="12"/>
          </p:nvPr>
        </p:nvSpPr>
        <p:spPr/>
        <p:txBody>
          <a:bodyPr/>
          <a:lstStyle/>
          <a:p>
            <a:fld id="{6E1B8293-DFD7-4340-89E4-BB724AE5719C}" type="slidenum">
              <a:rPr lang="en-AU" smtClean="0"/>
              <a:t>‹#›</a:t>
            </a:fld>
            <a:endParaRPr lang="en-AU"/>
          </a:p>
        </p:txBody>
      </p:sp>
    </p:spTree>
    <p:extLst>
      <p:ext uri="{BB962C8B-B14F-4D97-AF65-F5344CB8AC3E}">
        <p14:creationId xmlns:p14="http://schemas.microsoft.com/office/powerpoint/2010/main" val="36570904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34B033-9BBA-0481-1521-C6C334AAB46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A278FC38-7B88-089F-A3BF-2058C820847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7AEFE20C-4012-D941-DB26-447B293231F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471836D-6C00-C39D-52E7-7C0414AFD3FB}"/>
              </a:ext>
            </a:extLst>
          </p:cNvPr>
          <p:cNvSpPr>
            <a:spLocks noGrp="1"/>
          </p:cNvSpPr>
          <p:nvPr>
            <p:ph type="dt" sz="half" idx="10"/>
          </p:nvPr>
        </p:nvSpPr>
        <p:spPr/>
        <p:txBody>
          <a:bodyPr/>
          <a:lstStyle/>
          <a:p>
            <a:fld id="{E99DE31C-32B9-42C7-8357-526D0179626E}" type="datetimeFigureOut">
              <a:rPr lang="en-AU" smtClean="0"/>
              <a:t>15/05/2026</a:t>
            </a:fld>
            <a:endParaRPr lang="en-AU"/>
          </a:p>
        </p:txBody>
      </p:sp>
      <p:sp>
        <p:nvSpPr>
          <p:cNvPr id="6" name="Footer Placeholder 5">
            <a:extLst>
              <a:ext uri="{FF2B5EF4-FFF2-40B4-BE49-F238E27FC236}">
                <a16:creationId xmlns:a16="http://schemas.microsoft.com/office/drawing/2014/main" id="{02113C18-FF2C-BDFC-1567-7683471C534C}"/>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B1EBC614-B30F-DC65-5C52-1FCD1E9C8FD3}"/>
              </a:ext>
            </a:extLst>
          </p:cNvPr>
          <p:cNvSpPr>
            <a:spLocks noGrp="1"/>
          </p:cNvSpPr>
          <p:nvPr>
            <p:ph type="sldNum" sz="quarter" idx="12"/>
          </p:nvPr>
        </p:nvSpPr>
        <p:spPr/>
        <p:txBody>
          <a:bodyPr/>
          <a:lstStyle/>
          <a:p>
            <a:fld id="{6E1B8293-DFD7-4340-89E4-BB724AE5719C}" type="slidenum">
              <a:rPr lang="en-AU" smtClean="0"/>
              <a:t>‹#›</a:t>
            </a:fld>
            <a:endParaRPr lang="en-AU"/>
          </a:p>
        </p:txBody>
      </p:sp>
    </p:spTree>
    <p:extLst>
      <p:ext uri="{BB962C8B-B14F-4D97-AF65-F5344CB8AC3E}">
        <p14:creationId xmlns:p14="http://schemas.microsoft.com/office/powerpoint/2010/main" val="18649353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1227BA-4FC4-FCA7-9BDE-91E89E4A04D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638F515C-A104-4F52-3A3C-6CE17BA39F9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8E02A473-460B-49A9-E725-6D7D2A8CDA5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0448781-573A-6694-3B22-152CA17F4FCB}"/>
              </a:ext>
            </a:extLst>
          </p:cNvPr>
          <p:cNvSpPr>
            <a:spLocks noGrp="1"/>
          </p:cNvSpPr>
          <p:nvPr>
            <p:ph type="dt" sz="half" idx="10"/>
          </p:nvPr>
        </p:nvSpPr>
        <p:spPr/>
        <p:txBody>
          <a:bodyPr/>
          <a:lstStyle/>
          <a:p>
            <a:fld id="{E99DE31C-32B9-42C7-8357-526D0179626E}" type="datetimeFigureOut">
              <a:rPr lang="en-AU" smtClean="0"/>
              <a:t>15/05/2026</a:t>
            </a:fld>
            <a:endParaRPr lang="en-AU"/>
          </a:p>
        </p:txBody>
      </p:sp>
      <p:sp>
        <p:nvSpPr>
          <p:cNvPr id="6" name="Footer Placeholder 5">
            <a:extLst>
              <a:ext uri="{FF2B5EF4-FFF2-40B4-BE49-F238E27FC236}">
                <a16:creationId xmlns:a16="http://schemas.microsoft.com/office/drawing/2014/main" id="{F3F877D6-E00F-9147-451B-5DA870AE146A}"/>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1B9793D3-54A4-F36B-571C-2C38C2E6856E}"/>
              </a:ext>
            </a:extLst>
          </p:cNvPr>
          <p:cNvSpPr>
            <a:spLocks noGrp="1"/>
          </p:cNvSpPr>
          <p:nvPr>
            <p:ph type="sldNum" sz="quarter" idx="12"/>
          </p:nvPr>
        </p:nvSpPr>
        <p:spPr/>
        <p:txBody>
          <a:bodyPr/>
          <a:lstStyle/>
          <a:p>
            <a:fld id="{6E1B8293-DFD7-4340-89E4-BB724AE5719C}" type="slidenum">
              <a:rPr lang="en-AU" smtClean="0"/>
              <a:t>‹#›</a:t>
            </a:fld>
            <a:endParaRPr lang="en-AU"/>
          </a:p>
        </p:txBody>
      </p:sp>
    </p:spTree>
    <p:extLst>
      <p:ext uri="{BB962C8B-B14F-4D97-AF65-F5344CB8AC3E}">
        <p14:creationId xmlns:p14="http://schemas.microsoft.com/office/powerpoint/2010/main" val="19844224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B8DE58-D3F5-D61D-60E5-801DF81D4A6A}"/>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17BEF1FA-5F4C-FEC2-C1CE-D3E8D1710BF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7E5C2184-28A7-9741-04C5-74FF141AD08A}"/>
              </a:ext>
            </a:extLst>
          </p:cNvPr>
          <p:cNvSpPr>
            <a:spLocks noGrp="1"/>
          </p:cNvSpPr>
          <p:nvPr>
            <p:ph type="dt" sz="half" idx="10"/>
          </p:nvPr>
        </p:nvSpPr>
        <p:spPr/>
        <p:txBody>
          <a:bodyPr/>
          <a:lstStyle/>
          <a:p>
            <a:fld id="{E99DE31C-32B9-42C7-8357-526D0179626E}" type="datetimeFigureOut">
              <a:rPr lang="en-AU" smtClean="0"/>
              <a:t>15/05/2026</a:t>
            </a:fld>
            <a:endParaRPr lang="en-AU"/>
          </a:p>
        </p:txBody>
      </p:sp>
      <p:sp>
        <p:nvSpPr>
          <p:cNvPr id="5" name="Footer Placeholder 4">
            <a:extLst>
              <a:ext uri="{FF2B5EF4-FFF2-40B4-BE49-F238E27FC236}">
                <a16:creationId xmlns:a16="http://schemas.microsoft.com/office/drawing/2014/main" id="{20AF7649-7584-2145-5ADC-92D713D918D4}"/>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A18DB9BB-29A8-0765-93B0-C525069B03BE}"/>
              </a:ext>
            </a:extLst>
          </p:cNvPr>
          <p:cNvSpPr>
            <a:spLocks noGrp="1"/>
          </p:cNvSpPr>
          <p:nvPr>
            <p:ph type="sldNum" sz="quarter" idx="12"/>
          </p:nvPr>
        </p:nvSpPr>
        <p:spPr/>
        <p:txBody>
          <a:bodyPr/>
          <a:lstStyle/>
          <a:p>
            <a:fld id="{6E1B8293-DFD7-4340-89E4-BB724AE5719C}" type="slidenum">
              <a:rPr lang="en-AU" smtClean="0"/>
              <a:t>‹#›</a:t>
            </a:fld>
            <a:endParaRPr lang="en-AU"/>
          </a:p>
        </p:txBody>
      </p:sp>
    </p:spTree>
    <p:extLst>
      <p:ext uri="{BB962C8B-B14F-4D97-AF65-F5344CB8AC3E}">
        <p14:creationId xmlns:p14="http://schemas.microsoft.com/office/powerpoint/2010/main" val="20901142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B95255F-778C-F8FE-B567-701A8071F27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51182031-D9A8-2090-7AB1-27C5419FC80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B26443DA-BE81-4F85-267A-FBF46D13A980}"/>
              </a:ext>
            </a:extLst>
          </p:cNvPr>
          <p:cNvSpPr>
            <a:spLocks noGrp="1"/>
          </p:cNvSpPr>
          <p:nvPr>
            <p:ph type="dt" sz="half" idx="10"/>
          </p:nvPr>
        </p:nvSpPr>
        <p:spPr/>
        <p:txBody>
          <a:bodyPr/>
          <a:lstStyle/>
          <a:p>
            <a:fld id="{E99DE31C-32B9-42C7-8357-526D0179626E}" type="datetimeFigureOut">
              <a:rPr lang="en-AU" smtClean="0"/>
              <a:t>15/05/2026</a:t>
            </a:fld>
            <a:endParaRPr lang="en-AU"/>
          </a:p>
        </p:txBody>
      </p:sp>
      <p:sp>
        <p:nvSpPr>
          <p:cNvPr id="5" name="Footer Placeholder 4">
            <a:extLst>
              <a:ext uri="{FF2B5EF4-FFF2-40B4-BE49-F238E27FC236}">
                <a16:creationId xmlns:a16="http://schemas.microsoft.com/office/drawing/2014/main" id="{3D024C48-74CD-D8D1-1863-6AE8CE3A08E5}"/>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2E7AA6D0-C29B-C11D-E34B-71036F9E2891}"/>
              </a:ext>
            </a:extLst>
          </p:cNvPr>
          <p:cNvSpPr>
            <a:spLocks noGrp="1"/>
          </p:cNvSpPr>
          <p:nvPr>
            <p:ph type="sldNum" sz="quarter" idx="12"/>
          </p:nvPr>
        </p:nvSpPr>
        <p:spPr/>
        <p:txBody>
          <a:bodyPr/>
          <a:lstStyle/>
          <a:p>
            <a:fld id="{6E1B8293-DFD7-4340-89E4-BB724AE5719C}" type="slidenum">
              <a:rPr lang="en-AU" smtClean="0"/>
              <a:t>‹#›</a:t>
            </a:fld>
            <a:endParaRPr lang="en-AU"/>
          </a:p>
        </p:txBody>
      </p:sp>
    </p:spTree>
    <p:extLst>
      <p:ext uri="{BB962C8B-B14F-4D97-AF65-F5344CB8AC3E}">
        <p14:creationId xmlns:p14="http://schemas.microsoft.com/office/powerpoint/2010/main" val="6835450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7C1EEE0-A2D4-464E-4F48-042511AA27A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A6F11191-90BF-4AFE-4075-01043F48EEC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5A6C866C-AC3E-DCEC-1684-291BDFB87B2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99DE31C-32B9-42C7-8357-526D0179626E}" type="datetimeFigureOut">
              <a:rPr lang="en-AU" smtClean="0"/>
              <a:t>15/05/2026</a:t>
            </a:fld>
            <a:endParaRPr lang="en-AU"/>
          </a:p>
        </p:txBody>
      </p:sp>
      <p:sp>
        <p:nvSpPr>
          <p:cNvPr id="5" name="Footer Placeholder 4">
            <a:extLst>
              <a:ext uri="{FF2B5EF4-FFF2-40B4-BE49-F238E27FC236}">
                <a16:creationId xmlns:a16="http://schemas.microsoft.com/office/drawing/2014/main" id="{7D70815A-D92C-3FC3-A0DA-04F516E2C0C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AU"/>
          </a:p>
        </p:txBody>
      </p:sp>
      <p:sp>
        <p:nvSpPr>
          <p:cNvPr id="6" name="Slide Number Placeholder 5">
            <a:extLst>
              <a:ext uri="{FF2B5EF4-FFF2-40B4-BE49-F238E27FC236}">
                <a16:creationId xmlns:a16="http://schemas.microsoft.com/office/drawing/2014/main" id="{0010CC27-1208-8B7C-33A7-322303EE47A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E1B8293-DFD7-4340-89E4-BB724AE5719C}" type="slidenum">
              <a:rPr lang="en-AU" smtClean="0"/>
              <a:t>‹#›</a:t>
            </a:fld>
            <a:endParaRPr lang="en-AU"/>
          </a:p>
        </p:txBody>
      </p:sp>
    </p:spTree>
    <p:extLst>
      <p:ext uri="{BB962C8B-B14F-4D97-AF65-F5344CB8AC3E}">
        <p14:creationId xmlns:p14="http://schemas.microsoft.com/office/powerpoint/2010/main" val="25294154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2.jpe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87F4F1C-8D3D-4EC1-B72D-A0470A5A0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D1E3DD61-64DB-46AD-B249-E273CD86B05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3296011"/>
            <a:ext cx="12192000" cy="3561989"/>
            <a:chOff x="0" y="3296011"/>
            <a:chExt cx="12192000" cy="3561989"/>
          </a:xfrm>
          <a:effectLst>
            <a:outerShdw blurRad="254000" dist="152400" dir="16200000" rotWithShape="0">
              <a:prstClr val="black">
                <a:alpha val="10000"/>
              </a:prstClr>
            </a:outerShdw>
          </a:effectLst>
        </p:grpSpPr>
        <p:grpSp>
          <p:nvGrpSpPr>
            <p:cNvPr id="11" name="Group 10">
              <a:extLst>
                <a:ext uri="{FF2B5EF4-FFF2-40B4-BE49-F238E27FC236}">
                  <a16:creationId xmlns:a16="http://schemas.microsoft.com/office/drawing/2014/main" id="{0D7053D3-590A-4E94-B092-C96EAF744C3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0" y="3681702"/>
              <a:ext cx="12192000" cy="3176298"/>
              <a:chOff x="0" y="3681702"/>
              <a:chExt cx="12192000" cy="3176298"/>
            </a:xfrm>
          </p:grpSpPr>
          <p:sp>
            <p:nvSpPr>
              <p:cNvPr id="15" name="Freeform: Shape 14">
                <a:extLst>
                  <a:ext uri="{FF2B5EF4-FFF2-40B4-BE49-F238E27FC236}">
                    <a16:creationId xmlns:a16="http://schemas.microsoft.com/office/drawing/2014/main" id="{2EB67199-6FF0-4DED-89D1-BAEA95F9F5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681702"/>
                <a:ext cx="12192000" cy="3176298"/>
              </a:xfrm>
              <a:custGeom>
                <a:avLst/>
                <a:gdLst>
                  <a:gd name="connsiteX0" fmla="*/ 12192000 w 12192000"/>
                  <a:gd name="connsiteY0" fmla="*/ 0 h 3176298"/>
                  <a:gd name="connsiteX1" fmla="*/ 12192000 w 12192000"/>
                  <a:gd name="connsiteY1" fmla="*/ 3176298 h 3176298"/>
                  <a:gd name="connsiteX2" fmla="*/ 0 w 12192000"/>
                  <a:gd name="connsiteY2" fmla="*/ 3176298 h 3176298"/>
                  <a:gd name="connsiteX3" fmla="*/ 0 w 12192000"/>
                  <a:gd name="connsiteY3" fmla="*/ 2264980 h 3176298"/>
                  <a:gd name="connsiteX4" fmla="*/ 544 w 12192000"/>
                  <a:gd name="connsiteY4" fmla="*/ 2264980 h 3176298"/>
                  <a:gd name="connsiteX5" fmla="*/ 544 w 12192000"/>
                  <a:gd name="connsiteY5" fmla="*/ 2392219 h 3176298"/>
                  <a:gd name="connsiteX6" fmla="*/ 61197 w 12192000"/>
                  <a:gd name="connsiteY6" fmla="*/ 2387448 h 3176298"/>
                  <a:gd name="connsiteX7" fmla="*/ 119613 w 12192000"/>
                  <a:gd name="connsiteY7" fmla="*/ 2369945 h 3176298"/>
                  <a:gd name="connsiteX8" fmla="*/ 172384 w 12192000"/>
                  <a:gd name="connsiteY8" fmla="*/ 2347084 h 3176298"/>
                  <a:gd name="connsiteX9" fmla="*/ 274873 w 12192000"/>
                  <a:gd name="connsiteY9" fmla="*/ 2336988 h 3176298"/>
                  <a:gd name="connsiteX10" fmla="*/ 307259 w 12192000"/>
                  <a:gd name="connsiteY10" fmla="*/ 2331461 h 3176298"/>
                  <a:gd name="connsiteX11" fmla="*/ 394511 w 12192000"/>
                  <a:gd name="connsiteY11" fmla="*/ 2308601 h 3176298"/>
                  <a:gd name="connsiteX12" fmla="*/ 494337 w 12192000"/>
                  <a:gd name="connsiteY12" fmla="*/ 2268213 h 3176298"/>
                  <a:gd name="connsiteX13" fmla="*/ 546917 w 12192000"/>
                  <a:gd name="connsiteY13" fmla="*/ 2283264 h 3176298"/>
                  <a:gd name="connsiteX14" fmla="*/ 730754 w 12192000"/>
                  <a:gd name="connsiteY14" fmla="*/ 2240780 h 3176298"/>
                  <a:gd name="connsiteX15" fmla="*/ 785432 w 12192000"/>
                  <a:gd name="connsiteY15" fmla="*/ 2218682 h 3176298"/>
                  <a:gd name="connsiteX16" fmla="*/ 801053 w 12192000"/>
                  <a:gd name="connsiteY16" fmla="*/ 2204013 h 3176298"/>
                  <a:gd name="connsiteX17" fmla="*/ 858205 w 12192000"/>
                  <a:gd name="connsiteY17" fmla="*/ 2169532 h 3176298"/>
                  <a:gd name="connsiteX18" fmla="*/ 949646 w 12192000"/>
                  <a:gd name="connsiteY18" fmla="*/ 2157340 h 3176298"/>
                  <a:gd name="connsiteX19" fmla="*/ 960887 w 12192000"/>
                  <a:gd name="connsiteY19" fmla="*/ 2150099 h 3176298"/>
                  <a:gd name="connsiteX20" fmla="*/ 977653 w 12192000"/>
                  <a:gd name="connsiteY20" fmla="*/ 2138480 h 3176298"/>
                  <a:gd name="connsiteX21" fmla="*/ 1071762 w 12192000"/>
                  <a:gd name="connsiteY21" fmla="*/ 2117905 h 3176298"/>
                  <a:gd name="connsiteX22" fmla="*/ 1092527 w 12192000"/>
                  <a:gd name="connsiteY22" fmla="*/ 2111428 h 3176298"/>
                  <a:gd name="connsiteX23" fmla="*/ 1109865 w 12192000"/>
                  <a:gd name="connsiteY23" fmla="*/ 2100568 h 3176298"/>
                  <a:gd name="connsiteX24" fmla="*/ 1162823 w 12192000"/>
                  <a:gd name="connsiteY24" fmla="*/ 2075613 h 3176298"/>
                  <a:gd name="connsiteX25" fmla="*/ 1206641 w 12192000"/>
                  <a:gd name="connsiteY25" fmla="*/ 2074851 h 3176298"/>
                  <a:gd name="connsiteX26" fmla="*/ 1267411 w 12192000"/>
                  <a:gd name="connsiteY26" fmla="*/ 2060753 h 3176298"/>
                  <a:gd name="connsiteX27" fmla="*/ 1380762 w 12192000"/>
                  <a:gd name="connsiteY27" fmla="*/ 2046847 h 3176298"/>
                  <a:gd name="connsiteX28" fmla="*/ 1404006 w 12192000"/>
                  <a:gd name="connsiteY28" fmla="*/ 2038844 h 3176298"/>
                  <a:gd name="connsiteX29" fmla="*/ 1544598 w 12192000"/>
                  <a:gd name="connsiteY29" fmla="*/ 2000932 h 3176298"/>
                  <a:gd name="connsiteX30" fmla="*/ 1657188 w 12192000"/>
                  <a:gd name="connsiteY30" fmla="*/ 2001697 h 3176298"/>
                  <a:gd name="connsiteX31" fmla="*/ 1665950 w 12192000"/>
                  <a:gd name="connsiteY31" fmla="*/ 2003411 h 3176298"/>
                  <a:gd name="connsiteX32" fmla="*/ 1709006 w 12192000"/>
                  <a:gd name="connsiteY32" fmla="*/ 2015983 h 3176298"/>
                  <a:gd name="connsiteX33" fmla="*/ 1775684 w 12192000"/>
                  <a:gd name="connsiteY33" fmla="*/ 2012555 h 3176298"/>
                  <a:gd name="connsiteX34" fmla="*/ 1821596 w 12192000"/>
                  <a:gd name="connsiteY34" fmla="*/ 1995218 h 3176298"/>
                  <a:gd name="connsiteX35" fmla="*/ 1878748 w 12192000"/>
                  <a:gd name="connsiteY35" fmla="*/ 1994457 h 3176298"/>
                  <a:gd name="connsiteX36" fmla="*/ 1944092 w 12192000"/>
                  <a:gd name="connsiteY36" fmla="*/ 2005315 h 3176298"/>
                  <a:gd name="connsiteX37" fmla="*/ 1973429 w 12192000"/>
                  <a:gd name="connsiteY37" fmla="*/ 2007601 h 3176298"/>
                  <a:gd name="connsiteX38" fmla="*/ 2054013 w 12192000"/>
                  <a:gd name="connsiteY38" fmla="*/ 2030082 h 3176298"/>
                  <a:gd name="connsiteX39" fmla="*/ 2102021 w 12192000"/>
                  <a:gd name="connsiteY39" fmla="*/ 2024557 h 3176298"/>
                  <a:gd name="connsiteX40" fmla="*/ 2149267 w 12192000"/>
                  <a:gd name="connsiteY40" fmla="*/ 2009697 h 3176298"/>
                  <a:gd name="connsiteX41" fmla="*/ 2179556 w 12192000"/>
                  <a:gd name="connsiteY41" fmla="*/ 1995409 h 3176298"/>
                  <a:gd name="connsiteX42" fmla="*/ 2240710 w 12192000"/>
                  <a:gd name="connsiteY42" fmla="*/ 1985312 h 3176298"/>
                  <a:gd name="connsiteX43" fmla="*/ 2251948 w 12192000"/>
                  <a:gd name="connsiteY43" fmla="*/ 1986836 h 3176298"/>
                  <a:gd name="connsiteX44" fmla="*/ 2434456 w 12192000"/>
                  <a:gd name="connsiteY44" fmla="*/ 1999410 h 3176298"/>
                  <a:gd name="connsiteX45" fmla="*/ 2506847 w 12192000"/>
                  <a:gd name="connsiteY45" fmla="*/ 2019603 h 3176298"/>
                  <a:gd name="connsiteX46" fmla="*/ 2522279 w 12192000"/>
                  <a:gd name="connsiteY46" fmla="*/ 2022080 h 3176298"/>
                  <a:gd name="connsiteX47" fmla="*/ 2676398 w 12192000"/>
                  <a:gd name="connsiteY47" fmla="*/ 2044751 h 3176298"/>
                  <a:gd name="connsiteX48" fmla="*/ 2693543 w 12192000"/>
                  <a:gd name="connsiteY48" fmla="*/ 2045703 h 3176298"/>
                  <a:gd name="connsiteX49" fmla="*/ 2741360 w 12192000"/>
                  <a:gd name="connsiteY49" fmla="*/ 2041701 h 3176298"/>
                  <a:gd name="connsiteX50" fmla="*/ 2854140 w 12192000"/>
                  <a:gd name="connsiteY50" fmla="*/ 2082851 h 3176298"/>
                  <a:gd name="connsiteX51" fmla="*/ 2967110 w 12192000"/>
                  <a:gd name="connsiteY51" fmla="*/ 2096949 h 3176298"/>
                  <a:gd name="connsiteX52" fmla="*/ 3029216 w 12192000"/>
                  <a:gd name="connsiteY52" fmla="*/ 2096757 h 3176298"/>
                  <a:gd name="connsiteX53" fmla="*/ 3073604 w 12192000"/>
                  <a:gd name="connsiteY53" fmla="*/ 2106856 h 3176298"/>
                  <a:gd name="connsiteX54" fmla="*/ 3182763 w 12192000"/>
                  <a:gd name="connsiteY54" fmla="*/ 2137527 h 3176298"/>
                  <a:gd name="connsiteX55" fmla="*/ 3234202 w 12192000"/>
                  <a:gd name="connsiteY55" fmla="*/ 2142289 h 3176298"/>
                  <a:gd name="connsiteX56" fmla="*/ 3288877 w 12192000"/>
                  <a:gd name="connsiteY56" fmla="*/ 2152578 h 3176298"/>
                  <a:gd name="connsiteX57" fmla="*/ 3424135 w 12192000"/>
                  <a:gd name="connsiteY57" fmla="*/ 2198680 h 3176298"/>
                  <a:gd name="connsiteX58" fmla="*/ 3534629 w 12192000"/>
                  <a:gd name="connsiteY58" fmla="*/ 2196013 h 3176298"/>
                  <a:gd name="connsiteX59" fmla="*/ 3605116 w 12192000"/>
                  <a:gd name="connsiteY59" fmla="*/ 2196583 h 3176298"/>
                  <a:gd name="connsiteX60" fmla="*/ 3689131 w 12192000"/>
                  <a:gd name="connsiteY60" fmla="*/ 2211824 h 3176298"/>
                  <a:gd name="connsiteX61" fmla="*/ 3757902 w 12192000"/>
                  <a:gd name="connsiteY61" fmla="*/ 2234114 h 3176298"/>
                  <a:gd name="connsiteX62" fmla="*/ 3852966 w 12192000"/>
                  <a:gd name="connsiteY62" fmla="*/ 2251831 h 3176298"/>
                  <a:gd name="connsiteX63" fmla="*/ 3947648 w 12192000"/>
                  <a:gd name="connsiteY63" fmla="*/ 2285932 h 3176298"/>
                  <a:gd name="connsiteX64" fmla="*/ 4013753 w 12192000"/>
                  <a:gd name="connsiteY64" fmla="*/ 2312031 h 3176298"/>
                  <a:gd name="connsiteX65" fmla="*/ 4105766 w 12192000"/>
                  <a:gd name="connsiteY65" fmla="*/ 2335082 h 3176298"/>
                  <a:gd name="connsiteX66" fmla="*/ 4246551 w 12192000"/>
                  <a:gd name="connsiteY66" fmla="*/ 2351274 h 3176298"/>
                  <a:gd name="connsiteX67" fmla="*/ 4311323 w 12192000"/>
                  <a:gd name="connsiteY67" fmla="*/ 2352991 h 3176298"/>
                  <a:gd name="connsiteX68" fmla="*/ 4413817 w 12192000"/>
                  <a:gd name="connsiteY68" fmla="*/ 2390899 h 3176298"/>
                  <a:gd name="connsiteX69" fmla="*/ 4457632 w 12192000"/>
                  <a:gd name="connsiteY69" fmla="*/ 2409188 h 3176298"/>
                  <a:gd name="connsiteX70" fmla="*/ 4497068 w 12192000"/>
                  <a:gd name="connsiteY70" fmla="*/ 2393947 h 3176298"/>
                  <a:gd name="connsiteX71" fmla="*/ 4522596 w 12192000"/>
                  <a:gd name="connsiteY71" fmla="*/ 2376421 h 3176298"/>
                  <a:gd name="connsiteX72" fmla="*/ 4603368 w 12192000"/>
                  <a:gd name="connsiteY72" fmla="*/ 2391282 h 3176298"/>
                  <a:gd name="connsiteX73" fmla="*/ 4689098 w 12192000"/>
                  <a:gd name="connsiteY73" fmla="*/ 2406903 h 3176298"/>
                  <a:gd name="connsiteX74" fmla="*/ 4719697 w 12192000"/>
                  <a:gd name="connsiteY74" fmla="*/ 2413428 h 3176298"/>
                  <a:gd name="connsiteX75" fmla="*/ 4726469 w 12192000"/>
                  <a:gd name="connsiteY75" fmla="*/ 2414298 h 3176298"/>
                  <a:gd name="connsiteX76" fmla="*/ 4785776 w 12192000"/>
                  <a:gd name="connsiteY76" fmla="*/ 2414298 h 3176298"/>
                  <a:gd name="connsiteX77" fmla="*/ 4788661 w 12192000"/>
                  <a:gd name="connsiteY77" fmla="*/ 2414047 h 3176298"/>
                  <a:gd name="connsiteX78" fmla="*/ 4827024 w 12192000"/>
                  <a:gd name="connsiteY78" fmla="*/ 2408999 h 3176298"/>
                  <a:gd name="connsiteX79" fmla="*/ 4887415 w 12192000"/>
                  <a:gd name="connsiteY79" fmla="*/ 2405570 h 3176298"/>
                  <a:gd name="connsiteX80" fmla="*/ 4936184 w 12192000"/>
                  <a:gd name="connsiteY80" fmla="*/ 2395853 h 3176298"/>
                  <a:gd name="connsiteX81" fmla="*/ 4953328 w 12192000"/>
                  <a:gd name="connsiteY81" fmla="*/ 2390138 h 3176298"/>
                  <a:gd name="connsiteX82" fmla="*/ 5089162 w 12192000"/>
                  <a:gd name="connsiteY82" fmla="*/ 2345560 h 3176298"/>
                  <a:gd name="connsiteX83" fmla="*/ 5234326 w 12192000"/>
                  <a:gd name="connsiteY83" fmla="*/ 2309935 h 3176298"/>
                  <a:gd name="connsiteX84" fmla="*/ 5328438 w 12192000"/>
                  <a:gd name="connsiteY84" fmla="*/ 2332416 h 3176298"/>
                  <a:gd name="connsiteX85" fmla="*/ 5363491 w 12192000"/>
                  <a:gd name="connsiteY85" fmla="*/ 2332034 h 3176298"/>
                  <a:gd name="connsiteX86" fmla="*/ 5524660 w 12192000"/>
                  <a:gd name="connsiteY86" fmla="*/ 2337178 h 3176298"/>
                  <a:gd name="connsiteX87" fmla="*/ 5553045 w 12192000"/>
                  <a:gd name="connsiteY87" fmla="*/ 2342701 h 3176298"/>
                  <a:gd name="connsiteX88" fmla="*/ 5706401 w 12192000"/>
                  <a:gd name="connsiteY88" fmla="*/ 2320032 h 3176298"/>
                  <a:gd name="connsiteX89" fmla="*/ 5762029 w 12192000"/>
                  <a:gd name="connsiteY89" fmla="*/ 2316221 h 3176298"/>
                  <a:gd name="connsiteX90" fmla="*/ 5813276 w 12192000"/>
                  <a:gd name="connsiteY90" fmla="*/ 2309935 h 3176298"/>
                  <a:gd name="connsiteX91" fmla="*/ 5884906 w 12192000"/>
                  <a:gd name="connsiteY91" fmla="*/ 2308411 h 3176298"/>
                  <a:gd name="connsiteX92" fmla="*/ 5959204 w 12192000"/>
                  <a:gd name="connsiteY92" fmla="*/ 2311269 h 3176298"/>
                  <a:gd name="connsiteX93" fmla="*/ 6042072 w 12192000"/>
                  <a:gd name="connsiteY93" fmla="*/ 2310697 h 3176298"/>
                  <a:gd name="connsiteX94" fmla="*/ 6074842 w 12192000"/>
                  <a:gd name="connsiteY94" fmla="*/ 2305745 h 3176298"/>
                  <a:gd name="connsiteX95" fmla="*/ 6163425 w 12192000"/>
                  <a:gd name="connsiteY95" fmla="*/ 2309172 h 3176298"/>
                  <a:gd name="connsiteX96" fmla="*/ 6209909 w 12192000"/>
                  <a:gd name="connsiteY96" fmla="*/ 2303459 h 3176298"/>
                  <a:gd name="connsiteX97" fmla="*/ 6286493 w 12192000"/>
                  <a:gd name="connsiteY97" fmla="*/ 2302315 h 3176298"/>
                  <a:gd name="connsiteX98" fmla="*/ 6311449 w 12192000"/>
                  <a:gd name="connsiteY98" fmla="*/ 2300980 h 3176298"/>
                  <a:gd name="connsiteX99" fmla="*/ 6333739 w 12192000"/>
                  <a:gd name="connsiteY99" fmla="*/ 2300218 h 3176298"/>
                  <a:gd name="connsiteX100" fmla="*/ 6410131 w 12192000"/>
                  <a:gd name="connsiteY100" fmla="*/ 2315841 h 3176298"/>
                  <a:gd name="connsiteX101" fmla="*/ 6477951 w 12192000"/>
                  <a:gd name="connsiteY101" fmla="*/ 2316793 h 3176298"/>
                  <a:gd name="connsiteX102" fmla="*/ 6596828 w 12192000"/>
                  <a:gd name="connsiteY102" fmla="*/ 2329368 h 3176298"/>
                  <a:gd name="connsiteX103" fmla="*/ 6623118 w 12192000"/>
                  <a:gd name="connsiteY103" fmla="*/ 2324985 h 3176298"/>
                  <a:gd name="connsiteX104" fmla="*/ 6705417 w 12192000"/>
                  <a:gd name="connsiteY104" fmla="*/ 2323272 h 3176298"/>
                  <a:gd name="connsiteX105" fmla="*/ 6752283 w 12192000"/>
                  <a:gd name="connsiteY105" fmla="*/ 2321937 h 3176298"/>
                  <a:gd name="connsiteX106" fmla="*/ 6810195 w 12192000"/>
                  <a:gd name="connsiteY106" fmla="*/ 2331082 h 3176298"/>
                  <a:gd name="connsiteX107" fmla="*/ 6910782 w 12192000"/>
                  <a:gd name="connsiteY107" fmla="*/ 2350512 h 3176298"/>
                  <a:gd name="connsiteX108" fmla="*/ 6937263 w 12192000"/>
                  <a:gd name="connsiteY108" fmla="*/ 2353561 h 3176298"/>
                  <a:gd name="connsiteX109" fmla="*/ 6985653 w 12192000"/>
                  <a:gd name="connsiteY109" fmla="*/ 2362897 h 3176298"/>
                  <a:gd name="connsiteX110" fmla="*/ 6994415 w 12192000"/>
                  <a:gd name="connsiteY110" fmla="*/ 2364611 h 3176298"/>
                  <a:gd name="connsiteX111" fmla="*/ 7068141 w 12192000"/>
                  <a:gd name="connsiteY111" fmla="*/ 2388234 h 3176298"/>
                  <a:gd name="connsiteX112" fmla="*/ 7106432 w 12192000"/>
                  <a:gd name="connsiteY112" fmla="*/ 2390138 h 3176298"/>
                  <a:gd name="connsiteX113" fmla="*/ 7216547 w 12192000"/>
                  <a:gd name="connsiteY113" fmla="*/ 2390330 h 3176298"/>
                  <a:gd name="connsiteX114" fmla="*/ 7263220 w 12192000"/>
                  <a:gd name="connsiteY114" fmla="*/ 2386709 h 3176298"/>
                  <a:gd name="connsiteX115" fmla="*/ 7375428 w 12192000"/>
                  <a:gd name="connsiteY115" fmla="*/ 2372803 h 3176298"/>
                  <a:gd name="connsiteX116" fmla="*/ 7445916 w 12192000"/>
                  <a:gd name="connsiteY116" fmla="*/ 2365945 h 3176298"/>
                  <a:gd name="connsiteX117" fmla="*/ 7526880 w 12192000"/>
                  <a:gd name="connsiteY117" fmla="*/ 2355084 h 3176298"/>
                  <a:gd name="connsiteX118" fmla="*/ 7619655 w 12192000"/>
                  <a:gd name="connsiteY118" fmla="*/ 2348226 h 3176298"/>
                  <a:gd name="connsiteX119" fmla="*/ 7788636 w 12192000"/>
                  <a:gd name="connsiteY119" fmla="*/ 2327461 h 3176298"/>
                  <a:gd name="connsiteX120" fmla="*/ 7952280 w 12192000"/>
                  <a:gd name="connsiteY120" fmla="*/ 2305935 h 3176298"/>
                  <a:gd name="connsiteX121" fmla="*/ 8019339 w 12192000"/>
                  <a:gd name="connsiteY121" fmla="*/ 2286884 h 3176298"/>
                  <a:gd name="connsiteX122" fmla="*/ 8137835 w 12192000"/>
                  <a:gd name="connsiteY122" fmla="*/ 2259832 h 3176298"/>
                  <a:gd name="connsiteX123" fmla="*/ 8189651 w 12192000"/>
                  <a:gd name="connsiteY123" fmla="*/ 2243639 h 3176298"/>
                  <a:gd name="connsiteX124" fmla="*/ 8313671 w 12192000"/>
                  <a:gd name="connsiteY124" fmla="*/ 2209920 h 3176298"/>
                  <a:gd name="connsiteX125" fmla="*/ 8459979 w 12192000"/>
                  <a:gd name="connsiteY125" fmla="*/ 2158864 h 3176298"/>
                  <a:gd name="connsiteX126" fmla="*/ 8516369 w 12192000"/>
                  <a:gd name="connsiteY126" fmla="*/ 2144003 h 3176298"/>
                  <a:gd name="connsiteX127" fmla="*/ 8657726 w 12192000"/>
                  <a:gd name="connsiteY127" fmla="*/ 2106284 h 3176298"/>
                  <a:gd name="connsiteX128" fmla="*/ 8711448 w 12192000"/>
                  <a:gd name="connsiteY128" fmla="*/ 2098664 h 3176298"/>
                  <a:gd name="connsiteX129" fmla="*/ 8772219 w 12192000"/>
                  <a:gd name="connsiteY129" fmla="*/ 2082280 h 3176298"/>
                  <a:gd name="connsiteX130" fmla="*/ 8845565 w 12192000"/>
                  <a:gd name="connsiteY130" fmla="*/ 2053705 h 3176298"/>
                  <a:gd name="connsiteX131" fmla="*/ 8967871 w 12192000"/>
                  <a:gd name="connsiteY131" fmla="*/ 2011221 h 3176298"/>
                  <a:gd name="connsiteX132" fmla="*/ 9015878 w 12192000"/>
                  <a:gd name="connsiteY132" fmla="*/ 2001124 h 3176298"/>
                  <a:gd name="connsiteX133" fmla="*/ 9234579 w 12192000"/>
                  <a:gd name="connsiteY133" fmla="*/ 1935209 h 3176298"/>
                  <a:gd name="connsiteX134" fmla="*/ 9346597 w 12192000"/>
                  <a:gd name="connsiteY134" fmla="*/ 1896917 h 3176298"/>
                  <a:gd name="connsiteX135" fmla="*/ 9416321 w 12192000"/>
                  <a:gd name="connsiteY135" fmla="*/ 1880724 h 3176298"/>
                  <a:gd name="connsiteX136" fmla="*/ 9477283 w 12192000"/>
                  <a:gd name="connsiteY136" fmla="*/ 1856149 h 3176298"/>
                  <a:gd name="connsiteX137" fmla="*/ 9666265 w 12192000"/>
                  <a:gd name="connsiteY137" fmla="*/ 1787186 h 3176298"/>
                  <a:gd name="connsiteX138" fmla="*/ 9754088 w 12192000"/>
                  <a:gd name="connsiteY138" fmla="*/ 1741464 h 3176298"/>
                  <a:gd name="connsiteX139" fmla="*/ 9899446 w 12192000"/>
                  <a:gd name="connsiteY139" fmla="*/ 1656880 h 3176298"/>
                  <a:gd name="connsiteX140" fmla="*/ 9993175 w 12192000"/>
                  <a:gd name="connsiteY140" fmla="*/ 1576487 h 3176298"/>
                  <a:gd name="connsiteX141" fmla="*/ 10044230 w 12192000"/>
                  <a:gd name="connsiteY141" fmla="*/ 1540480 h 3176298"/>
                  <a:gd name="connsiteX142" fmla="*/ 10131863 w 12192000"/>
                  <a:gd name="connsiteY142" fmla="*/ 1485613 h 3176298"/>
                  <a:gd name="connsiteX143" fmla="*/ 10242357 w 12192000"/>
                  <a:gd name="connsiteY143" fmla="*/ 1410555 h 3176298"/>
                  <a:gd name="connsiteX144" fmla="*/ 10363709 w 12192000"/>
                  <a:gd name="connsiteY144" fmla="*/ 1359499 h 3176298"/>
                  <a:gd name="connsiteX145" fmla="*/ 10428291 w 12192000"/>
                  <a:gd name="connsiteY145" fmla="*/ 1314920 h 3176298"/>
                  <a:gd name="connsiteX146" fmla="*/ 10490969 w 12192000"/>
                  <a:gd name="connsiteY146" fmla="*/ 1267104 h 3176298"/>
                  <a:gd name="connsiteX147" fmla="*/ 10523354 w 12192000"/>
                  <a:gd name="connsiteY147" fmla="*/ 1238337 h 3176298"/>
                  <a:gd name="connsiteX148" fmla="*/ 10590031 w 12192000"/>
                  <a:gd name="connsiteY148" fmla="*/ 1191664 h 3176298"/>
                  <a:gd name="connsiteX149" fmla="*/ 10656519 w 12192000"/>
                  <a:gd name="connsiteY149" fmla="*/ 1156038 h 3176298"/>
                  <a:gd name="connsiteX150" fmla="*/ 10703573 w 12192000"/>
                  <a:gd name="connsiteY150" fmla="*/ 1120603 h 3176298"/>
                  <a:gd name="connsiteX151" fmla="*/ 10764534 w 12192000"/>
                  <a:gd name="connsiteY151" fmla="*/ 1067643 h 3176298"/>
                  <a:gd name="connsiteX152" fmla="*/ 10850453 w 12192000"/>
                  <a:gd name="connsiteY152" fmla="*/ 1014301 h 3176298"/>
                  <a:gd name="connsiteX153" fmla="*/ 10929704 w 12192000"/>
                  <a:gd name="connsiteY153" fmla="*/ 980201 h 3176298"/>
                  <a:gd name="connsiteX154" fmla="*/ 10967423 w 12192000"/>
                  <a:gd name="connsiteY154" fmla="*/ 930289 h 3176298"/>
                  <a:gd name="connsiteX155" fmla="*/ 11058869 w 12192000"/>
                  <a:gd name="connsiteY155" fmla="*/ 838084 h 3176298"/>
                  <a:gd name="connsiteX156" fmla="*/ 11172600 w 12192000"/>
                  <a:gd name="connsiteY156" fmla="*/ 762834 h 3176298"/>
                  <a:gd name="connsiteX157" fmla="*/ 11275283 w 12192000"/>
                  <a:gd name="connsiteY157" fmla="*/ 673676 h 3176298"/>
                  <a:gd name="connsiteX158" fmla="*/ 11320623 w 12192000"/>
                  <a:gd name="connsiteY158" fmla="*/ 639195 h 3176298"/>
                  <a:gd name="connsiteX159" fmla="*/ 11374346 w 12192000"/>
                  <a:gd name="connsiteY159" fmla="*/ 601664 h 3176298"/>
                  <a:gd name="connsiteX160" fmla="*/ 11448453 w 12192000"/>
                  <a:gd name="connsiteY160" fmla="*/ 567755 h 3176298"/>
                  <a:gd name="connsiteX161" fmla="*/ 11532275 w 12192000"/>
                  <a:gd name="connsiteY161" fmla="*/ 522605 h 3176298"/>
                  <a:gd name="connsiteX162" fmla="*/ 11562947 w 12192000"/>
                  <a:gd name="connsiteY162" fmla="*/ 486598 h 3176298"/>
                  <a:gd name="connsiteX163" fmla="*/ 11672489 w 12192000"/>
                  <a:gd name="connsiteY163" fmla="*/ 335337 h 3176298"/>
                  <a:gd name="connsiteX164" fmla="*/ 11821656 w 12192000"/>
                  <a:gd name="connsiteY164" fmla="*/ 207889 h 3176298"/>
                  <a:gd name="connsiteX165" fmla="*/ 11986443 w 12192000"/>
                  <a:gd name="connsiteY165" fmla="*/ 104824 h 3176298"/>
                  <a:gd name="connsiteX166" fmla="*/ 12026448 w 12192000"/>
                  <a:gd name="connsiteY166" fmla="*/ 88821 h 3176298"/>
                  <a:gd name="connsiteX167" fmla="*/ 12160947 w 12192000"/>
                  <a:gd name="connsiteY167" fmla="*/ 28621 h 3176298"/>
                  <a:gd name="connsiteX168" fmla="*/ 12192000 w 12192000"/>
                  <a:gd name="connsiteY168" fmla="*/ 0 h 3176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Lst>
                <a:rect l="l" t="t" r="r" b="b"/>
                <a:pathLst>
                  <a:path w="12192000" h="3176298">
                    <a:moveTo>
                      <a:pt x="12192000" y="0"/>
                    </a:moveTo>
                    <a:lnTo>
                      <a:pt x="12192000" y="3176298"/>
                    </a:lnTo>
                    <a:lnTo>
                      <a:pt x="0" y="3176298"/>
                    </a:lnTo>
                    <a:lnTo>
                      <a:pt x="0" y="2264980"/>
                    </a:lnTo>
                    <a:lnTo>
                      <a:pt x="544" y="2264980"/>
                    </a:lnTo>
                    <a:lnTo>
                      <a:pt x="544" y="2392219"/>
                    </a:lnTo>
                    <a:lnTo>
                      <a:pt x="61197" y="2387448"/>
                    </a:lnTo>
                    <a:cubicBezTo>
                      <a:pt x="80794" y="2382137"/>
                      <a:pt x="99990" y="2374707"/>
                      <a:pt x="119613" y="2369945"/>
                    </a:cubicBezTo>
                    <a:cubicBezTo>
                      <a:pt x="137898" y="2365563"/>
                      <a:pt x="155046" y="2355466"/>
                      <a:pt x="172384" y="2347084"/>
                    </a:cubicBezTo>
                    <a:cubicBezTo>
                      <a:pt x="205529" y="2331082"/>
                      <a:pt x="240965" y="2341178"/>
                      <a:pt x="274873" y="2336988"/>
                    </a:cubicBezTo>
                    <a:cubicBezTo>
                      <a:pt x="285732" y="2335653"/>
                      <a:pt x="296590" y="2334130"/>
                      <a:pt x="307259" y="2331461"/>
                    </a:cubicBezTo>
                    <a:cubicBezTo>
                      <a:pt x="336408" y="2324413"/>
                      <a:pt x="366127" y="2318317"/>
                      <a:pt x="394511" y="2308601"/>
                    </a:cubicBezTo>
                    <a:cubicBezTo>
                      <a:pt x="426709" y="2297743"/>
                      <a:pt x="457572" y="2283264"/>
                      <a:pt x="494337" y="2268213"/>
                    </a:cubicBezTo>
                    <a:cubicBezTo>
                      <a:pt x="507102" y="2272024"/>
                      <a:pt x="526724" y="2282312"/>
                      <a:pt x="546917" y="2283264"/>
                    </a:cubicBezTo>
                    <a:cubicBezTo>
                      <a:pt x="611880" y="2286503"/>
                      <a:pt x="672650" y="2268786"/>
                      <a:pt x="730754" y="2240780"/>
                    </a:cubicBezTo>
                    <a:cubicBezTo>
                      <a:pt x="748471" y="2232399"/>
                      <a:pt x="767524" y="2226874"/>
                      <a:pt x="785432" y="2218682"/>
                    </a:cubicBezTo>
                    <a:cubicBezTo>
                      <a:pt x="791717" y="2215826"/>
                      <a:pt x="799909" y="2209730"/>
                      <a:pt x="801053" y="2204013"/>
                    </a:cubicBezTo>
                    <a:cubicBezTo>
                      <a:pt x="807719" y="2170866"/>
                      <a:pt x="832486" y="2171436"/>
                      <a:pt x="858205" y="2169532"/>
                    </a:cubicBezTo>
                    <a:cubicBezTo>
                      <a:pt x="888877" y="2167247"/>
                      <a:pt x="919165" y="2161912"/>
                      <a:pt x="949646" y="2157340"/>
                    </a:cubicBezTo>
                    <a:cubicBezTo>
                      <a:pt x="953648" y="2156768"/>
                      <a:pt x="957266" y="2152768"/>
                      <a:pt x="960887" y="2150099"/>
                    </a:cubicBezTo>
                    <a:cubicBezTo>
                      <a:pt x="966411" y="2146099"/>
                      <a:pt x="971554" y="2140003"/>
                      <a:pt x="977653" y="2138480"/>
                    </a:cubicBezTo>
                    <a:cubicBezTo>
                      <a:pt x="1008894" y="2131049"/>
                      <a:pt x="1040327" y="2124763"/>
                      <a:pt x="1071762" y="2117905"/>
                    </a:cubicBezTo>
                    <a:cubicBezTo>
                      <a:pt x="1078810" y="2116380"/>
                      <a:pt x="1086048" y="2114476"/>
                      <a:pt x="1092527" y="2111428"/>
                    </a:cubicBezTo>
                    <a:cubicBezTo>
                      <a:pt x="1098623" y="2108570"/>
                      <a:pt x="1103767" y="2103616"/>
                      <a:pt x="1109865" y="2100568"/>
                    </a:cubicBezTo>
                    <a:cubicBezTo>
                      <a:pt x="1126437" y="2092378"/>
                      <a:pt x="1143394" y="2084757"/>
                      <a:pt x="1162823" y="2075613"/>
                    </a:cubicBezTo>
                    <a:cubicBezTo>
                      <a:pt x="1173681" y="2092757"/>
                      <a:pt x="1188354" y="2083041"/>
                      <a:pt x="1206641" y="2074851"/>
                    </a:cubicBezTo>
                    <a:cubicBezTo>
                      <a:pt x="1225310" y="2066468"/>
                      <a:pt x="1246837" y="2063801"/>
                      <a:pt x="1267411" y="2060753"/>
                    </a:cubicBezTo>
                    <a:cubicBezTo>
                      <a:pt x="1305132" y="2055228"/>
                      <a:pt x="1343044" y="2051799"/>
                      <a:pt x="1380762" y="2046847"/>
                    </a:cubicBezTo>
                    <a:cubicBezTo>
                      <a:pt x="1388765" y="2045703"/>
                      <a:pt x="1397909" y="2043608"/>
                      <a:pt x="1404006" y="2038844"/>
                    </a:cubicBezTo>
                    <a:cubicBezTo>
                      <a:pt x="1445725" y="2006839"/>
                      <a:pt x="1496403" y="1997887"/>
                      <a:pt x="1544598" y="2000932"/>
                    </a:cubicBezTo>
                    <a:cubicBezTo>
                      <a:pt x="1582510" y="2003220"/>
                      <a:pt x="1619658" y="2004935"/>
                      <a:pt x="1657188" y="2001697"/>
                    </a:cubicBezTo>
                    <a:cubicBezTo>
                      <a:pt x="1660046" y="2001505"/>
                      <a:pt x="1663856" y="2001887"/>
                      <a:pt x="1665950" y="2003411"/>
                    </a:cubicBezTo>
                    <a:cubicBezTo>
                      <a:pt x="1678904" y="2013507"/>
                      <a:pt x="1692431" y="2014269"/>
                      <a:pt x="1709006" y="2015983"/>
                    </a:cubicBezTo>
                    <a:cubicBezTo>
                      <a:pt x="1732439" y="2018461"/>
                      <a:pt x="1753965" y="2016745"/>
                      <a:pt x="1775684" y="2012555"/>
                    </a:cubicBezTo>
                    <a:cubicBezTo>
                      <a:pt x="1791496" y="2009507"/>
                      <a:pt x="1807497" y="2003220"/>
                      <a:pt x="1821596" y="1995218"/>
                    </a:cubicBezTo>
                    <a:cubicBezTo>
                      <a:pt x="1841216" y="1983978"/>
                      <a:pt x="1860079" y="1979597"/>
                      <a:pt x="1878748" y="1994457"/>
                    </a:cubicBezTo>
                    <a:cubicBezTo>
                      <a:pt x="1898940" y="2010269"/>
                      <a:pt x="1921800" y="2004745"/>
                      <a:pt x="1944092" y="2005315"/>
                    </a:cubicBezTo>
                    <a:cubicBezTo>
                      <a:pt x="1953806" y="2005507"/>
                      <a:pt x="1964094" y="2005124"/>
                      <a:pt x="1973429" y="2007601"/>
                    </a:cubicBezTo>
                    <a:cubicBezTo>
                      <a:pt x="2000479" y="2014651"/>
                      <a:pt x="2026581" y="2025320"/>
                      <a:pt x="2054013" y="2030082"/>
                    </a:cubicBezTo>
                    <a:cubicBezTo>
                      <a:pt x="2069254" y="2032747"/>
                      <a:pt x="2086208" y="2027986"/>
                      <a:pt x="2102021" y="2024557"/>
                    </a:cubicBezTo>
                    <a:cubicBezTo>
                      <a:pt x="2118023" y="2020937"/>
                      <a:pt x="2133834" y="2015413"/>
                      <a:pt x="2149267" y="2009697"/>
                    </a:cubicBezTo>
                    <a:cubicBezTo>
                      <a:pt x="2159743" y="2005887"/>
                      <a:pt x="2171173" y="2002267"/>
                      <a:pt x="2179556" y="1995409"/>
                    </a:cubicBezTo>
                    <a:cubicBezTo>
                      <a:pt x="2198608" y="1979788"/>
                      <a:pt x="2218229" y="1977120"/>
                      <a:pt x="2240710" y="1985312"/>
                    </a:cubicBezTo>
                    <a:cubicBezTo>
                      <a:pt x="2244137" y="1986647"/>
                      <a:pt x="2248138" y="1986647"/>
                      <a:pt x="2251948" y="1986836"/>
                    </a:cubicBezTo>
                    <a:cubicBezTo>
                      <a:pt x="2312915" y="1990836"/>
                      <a:pt x="2373874" y="1993314"/>
                      <a:pt x="2434456" y="1999410"/>
                    </a:cubicBezTo>
                    <a:cubicBezTo>
                      <a:pt x="2459029" y="2001887"/>
                      <a:pt x="2482652" y="2012745"/>
                      <a:pt x="2506847" y="2019603"/>
                    </a:cubicBezTo>
                    <a:cubicBezTo>
                      <a:pt x="2511800" y="2020937"/>
                      <a:pt x="2517327" y="2023033"/>
                      <a:pt x="2522279" y="2022080"/>
                    </a:cubicBezTo>
                    <a:cubicBezTo>
                      <a:pt x="2576191" y="2012555"/>
                      <a:pt x="2626677" y="2026461"/>
                      <a:pt x="2676398" y="2044751"/>
                    </a:cubicBezTo>
                    <a:cubicBezTo>
                      <a:pt x="2681540" y="2046656"/>
                      <a:pt x="2687827" y="2046084"/>
                      <a:pt x="2693543" y="2045703"/>
                    </a:cubicBezTo>
                    <a:cubicBezTo>
                      <a:pt x="2709548" y="2044370"/>
                      <a:pt x="2726882" y="2037701"/>
                      <a:pt x="2741360" y="2041701"/>
                    </a:cubicBezTo>
                    <a:cubicBezTo>
                      <a:pt x="2779842" y="2052753"/>
                      <a:pt x="2817943" y="2066087"/>
                      <a:pt x="2854140" y="2082851"/>
                    </a:cubicBezTo>
                    <a:cubicBezTo>
                      <a:pt x="2890910" y="2099805"/>
                      <a:pt x="2925008" y="2114095"/>
                      <a:pt x="2967110" y="2096949"/>
                    </a:cubicBezTo>
                    <a:cubicBezTo>
                      <a:pt x="2985016" y="2089709"/>
                      <a:pt x="3008639" y="2094853"/>
                      <a:pt x="3029216" y="2096757"/>
                    </a:cubicBezTo>
                    <a:cubicBezTo>
                      <a:pt x="3044264" y="2098282"/>
                      <a:pt x="3058743" y="2106856"/>
                      <a:pt x="3073604" y="2106856"/>
                    </a:cubicBezTo>
                    <a:cubicBezTo>
                      <a:pt x="3113231" y="2106856"/>
                      <a:pt x="3148472" y="2116953"/>
                      <a:pt x="3182763" y="2137527"/>
                    </a:cubicBezTo>
                    <a:cubicBezTo>
                      <a:pt x="3196102" y="2145528"/>
                      <a:pt x="3216867" y="2140193"/>
                      <a:pt x="3234202" y="2142289"/>
                    </a:cubicBezTo>
                    <a:cubicBezTo>
                      <a:pt x="3252492" y="2144765"/>
                      <a:pt x="3271348" y="2147051"/>
                      <a:pt x="3288877" y="2152578"/>
                    </a:cubicBezTo>
                    <a:cubicBezTo>
                      <a:pt x="3334216" y="2167056"/>
                      <a:pt x="3378986" y="2183439"/>
                      <a:pt x="3424135" y="2198680"/>
                    </a:cubicBezTo>
                    <a:cubicBezTo>
                      <a:pt x="3461282" y="2211253"/>
                      <a:pt x="3497862" y="2201347"/>
                      <a:pt x="3534629" y="2196013"/>
                    </a:cubicBezTo>
                    <a:cubicBezTo>
                      <a:pt x="3557682" y="2192583"/>
                      <a:pt x="3579206" y="2184391"/>
                      <a:pt x="3605116" y="2196583"/>
                    </a:cubicBezTo>
                    <a:cubicBezTo>
                      <a:pt x="3629882" y="2208205"/>
                      <a:pt x="3661315" y="2205537"/>
                      <a:pt x="3689131" y="2211824"/>
                    </a:cubicBezTo>
                    <a:cubicBezTo>
                      <a:pt x="3712565" y="2217157"/>
                      <a:pt x="3735231" y="2225732"/>
                      <a:pt x="3757902" y="2234114"/>
                    </a:cubicBezTo>
                    <a:cubicBezTo>
                      <a:pt x="3788766" y="2245545"/>
                      <a:pt x="3819245" y="2257545"/>
                      <a:pt x="3852966" y="2251831"/>
                    </a:cubicBezTo>
                    <a:cubicBezTo>
                      <a:pt x="3891259" y="2245353"/>
                      <a:pt x="3917546" y="2269738"/>
                      <a:pt x="3947648" y="2285932"/>
                    </a:cubicBezTo>
                    <a:cubicBezTo>
                      <a:pt x="3968414" y="2296980"/>
                      <a:pt x="3991083" y="2305172"/>
                      <a:pt x="4013753" y="2312031"/>
                    </a:cubicBezTo>
                    <a:cubicBezTo>
                      <a:pt x="4044043" y="2320985"/>
                      <a:pt x="4075285" y="2326320"/>
                      <a:pt x="4105766" y="2335082"/>
                    </a:cubicBezTo>
                    <a:cubicBezTo>
                      <a:pt x="4151870" y="2348226"/>
                      <a:pt x="4198546" y="2358514"/>
                      <a:pt x="4246551" y="2351274"/>
                    </a:cubicBezTo>
                    <a:cubicBezTo>
                      <a:pt x="4268649" y="2348036"/>
                      <a:pt x="4289227" y="2348226"/>
                      <a:pt x="4311323" y="2352991"/>
                    </a:cubicBezTo>
                    <a:cubicBezTo>
                      <a:pt x="4347518" y="2360801"/>
                      <a:pt x="4384668" y="2361753"/>
                      <a:pt x="4413817" y="2390899"/>
                    </a:cubicBezTo>
                    <a:cubicBezTo>
                      <a:pt x="4424104" y="2401188"/>
                      <a:pt x="4442581" y="2403853"/>
                      <a:pt x="4457632" y="2409188"/>
                    </a:cubicBezTo>
                    <a:cubicBezTo>
                      <a:pt x="4474969" y="2415476"/>
                      <a:pt x="4487731" y="2412236"/>
                      <a:pt x="4497068" y="2393947"/>
                    </a:cubicBezTo>
                    <a:cubicBezTo>
                      <a:pt x="4501257" y="2385757"/>
                      <a:pt x="4513260" y="2377755"/>
                      <a:pt x="4522596" y="2376421"/>
                    </a:cubicBezTo>
                    <a:cubicBezTo>
                      <a:pt x="4550599" y="2372421"/>
                      <a:pt x="4576318" y="2378327"/>
                      <a:pt x="4603368" y="2391282"/>
                    </a:cubicBezTo>
                    <a:cubicBezTo>
                      <a:pt x="4628705" y="2403474"/>
                      <a:pt x="4660331" y="2402140"/>
                      <a:pt x="4689098" y="2406903"/>
                    </a:cubicBezTo>
                    <a:cubicBezTo>
                      <a:pt x="4699289" y="2408618"/>
                      <a:pt x="4709482" y="2411237"/>
                      <a:pt x="4719697" y="2413428"/>
                    </a:cubicBezTo>
                    <a:lnTo>
                      <a:pt x="4726469" y="2414298"/>
                    </a:lnTo>
                    <a:lnTo>
                      <a:pt x="4785776" y="2414298"/>
                    </a:lnTo>
                    <a:lnTo>
                      <a:pt x="4788661" y="2414047"/>
                    </a:lnTo>
                    <a:cubicBezTo>
                      <a:pt x="4801401" y="2412237"/>
                      <a:pt x="4814166" y="2410142"/>
                      <a:pt x="4827024" y="2408999"/>
                    </a:cubicBezTo>
                    <a:cubicBezTo>
                      <a:pt x="4847027" y="2407095"/>
                      <a:pt x="4867412" y="2407856"/>
                      <a:pt x="4887415" y="2405570"/>
                    </a:cubicBezTo>
                    <a:cubicBezTo>
                      <a:pt x="4903799" y="2403853"/>
                      <a:pt x="4919991" y="2399474"/>
                      <a:pt x="4936184" y="2395853"/>
                    </a:cubicBezTo>
                    <a:cubicBezTo>
                      <a:pt x="4942089" y="2394520"/>
                      <a:pt x="4947996" y="2389376"/>
                      <a:pt x="4953328" y="2390138"/>
                    </a:cubicBezTo>
                    <a:cubicBezTo>
                      <a:pt x="5006292" y="2398330"/>
                      <a:pt x="5044391" y="2361753"/>
                      <a:pt x="5089162" y="2345560"/>
                    </a:cubicBezTo>
                    <a:cubicBezTo>
                      <a:pt x="5136216" y="2328413"/>
                      <a:pt x="5181748" y="2302124"/>
                      <a:pt x="5234326" y="2309935"/>
                    </a:cubicBezTo>
                    <a:cubicBezTo>
                      <a:pt x="5266141" y="2314697"/>
                      <a:pt x="5296812" y="2325747"/>
                      <a:pt x="5328438" y="2332416"/>
                    </a:cubicBezTo>
                    <a:cubicBezTo>
                      <a:pt x="5339677" y="2334701"/>
                      <a:pt x="5352250" y="2334320"/>
                      <a:pt x="5363491" y="2332034"/>
                    </a:cubicBezTo>
                    <a:cubicBezTo>
                      <a:pt x="5417784" y="2321555"/>
                      <a:pt x="5471316" y="2320032"/>
                      <a:pt x="5524660" y="2337178"/>
                    </a:cubicBezTo>
                    <a:cubicBezTo>
                      <a:pt x="5533802" y="2340036"/>
                      <a:pt x="5543518" y="2342701"/>
                      <a:pt x="5553045" y="2342701"/>
                    </a:cubicBezTo>
                    <a:cubicBezTo>
                      <a:pt x="5605244" y="2342701"/>
                      <a:pt x="5656488" y="2338701"/>
                      <a:pt x="5706401" y="2320032"/>
                    </a:cubicBezTo>
                    <a:cubicBezTo>
                      <a:pt x="5723166" y="2313745"/>
                      <a:pt x="5743551" y="2317745"/>
                      <a:pt x="5762029" y="2316221"/>
                    </a:cubicBezTo>
                    <a:cubicBezTo>
                      <a:pt x="5779174" y="2314889"/>
                      <a:pt x="5796702" y="2314317"/>
                      <a:pt x="5813276" y="2309935"/>
                    </a:cubicBezTo>
                    <a:cubicBezTo>
                      <a:pt x="5837472" y="2303459"/>
                      <a:pt x="5859949" y="2302697"/>
                      <a:pt x="5884906" y="2308411"/>
                    </a:cubicBezTo>
                    <a:cubicBezTo>
                      <a:pt x="5908719" y="2313745"/>
                      <a:pt x="5934438" y="2311079"/>
                      <a:pt x="5959204" y="2311269"/>
                    </a:cubicBezTo>
                    <a:cubicBezTo>
                      <a:pt x="5986828" y="2311459"/>
                      <a:pt x="6014449" y="2311649"/>
                      <a:pt x="6042072" y="2310697"/>
                    </a:cubicBezTo>
                    <a:cubicBezTo>
                      <a:pt x="6053124" y="2310317"/>
                      <a:pt x="6065695" y="2302697"/>
                      <a:pt x="6074842" y="2305745"/>
                    </a:cubicBezTo>
                    <a:cubicBezTo>
                      <a:pt x="6104368" y="2316031"/>
                      <a:pt x="6133897" y="2303649"/>
                      <a:pt x="6163425" y="2309172"/>
                    </a:cubicBezTo>
                    <a:cubicBezTo>
                      <a:pt x="6177905" y="2312031"/>
                      <a:pt x="6194288" y="2304220"/>
                      <a:pt x="6209909" y="2303459"/>
                    </a:cubicBezTo>
                    <a:cubicBezTo>
                      <a:pt x="6235437" y="2302124"/>
                      <a:pt x="6260964" y="2302697"/>
                      <a:pt x="6286493" y="2302315"/>
                    </a:cubicBezTo>
                    <a:cubicBezTo>
                      <a:pt x="6294876" y="2302124"/>
                      <a:pt x="6303068" y="2301362"/>
                      <a:pt x="6311449" y="2300980"/>
                    </a:cubicBezTo>
                    <a:cubicBezTo>
                      <a:pt x="6318880" y="2300601"/>
                      <a:pt x="6326691" y="2298887"/>
                      <a:pt x="6333739" y="2300218"/>
                    </a:cubicBezTo>
                    <a:cubicBezTo>
                      <a:pt x="6359268" y="2304983"/>
                      <a:pt x="6384414" y="2312793"/>
                      <a:pt x="6410131" y="2315841"/>
                    </a:cubicBezTo>
                    <a:cubicBezTo>
                      <a:pt x="6432420" y="2318507"/>
                      <a:pt x="6455472" y="2314889"/>
                      <a:pt x="6477951" y="2316793"/>
                    </a:cubicBezTo>
                    <a:cubicBezTo>
                      <a:pt x="6517576" y="2320032"/>
                      <a:pt x="6557201" y="2325747"/>
                      <a:pt x="6596828" y="2329368"/>
                    </a:cubicBezTo>
                    <a:cubicBezTo>
                      <a:pt x="6605401" y="2330130"/>
                      <a:pt x="6614353" y="2325365"/>
                      <a:pt x="6623118" y="2324985"/>
                    </a:cubicBezTo>
                    <a:cubicBezTo>
                      <a:pt x="6650551" y="2324033"/>
                      <a:pt x="6677984" y="2323841"/>
                      <a:pt x="6705417" y="2323272"/>
                    </a:cubicBezTo>
                    <a:cubicBezTo>
                      <a:pt x="6721038" y="2323080"/>
                      <a:pt x="6736851" y="2323651"/>
                      <a:pt x="6752283" y="2321937"/>
                    </a:cubicBezTo>
                    <a:cubicBezTo>
                      <a:pt x="6772665" y="2319651"/>
                      <a:pt x="6791144" y="2316221"/>
                      <a:pt x="6810195" y="2331082"/>
                    </a:cubicBezTo>
                    <a:cubicBezTo>
                      <a:pt x="6839534" y="2354132"/>
                      <a:pt x="6876872" y="2345178"/>
                      <a:pt x="6910782" y="2350512"/>
                    </a:cubicBezTo>
                    <a:cubicBezTo>
                      <a:pt x="6919547" y="2351847"/>
                      <a:pt x="6928501" y="2352036"/>
                      <a:pt x="6937263" y="2353561"/>
                    </a:cubicBezTo>
                    <a:cubicBezTo>
                      <a:pt x="6953457" y="2356418"/>
                      <a:pt x="6969457" y="2359657"/>
                      <a:pt x="6985653" y="2362897"/>
                    </a:cubicBezTo>
                    <a:cubicBezTo>
                      <a:pt x="6988509" y="2363467"/>
                      <a:pt x="6991747" y="2363659"/>
                      <a:pt x="6994415" y="2364611"/>
                    </a:cubicBezTo>
                    <a:cubicBezTo>
                      <a:pt x="7018991" y="2372611"/>
                      <a:pt x="7043184" y="2381755"/>
                      <a:pt x="7068141" y="2388234"/>
                    </a:cubicBezTo>
                    <a:cubicBezTo>
                      <a:pt x="7080334" y="2391472"/>
                      <a:pt x="7093860" y="2391853"/>
                      <a:pt x="7106432" y="2390138"/>
                    </a:cubicBezTo>
                    <a:cubicBezTo>
                      <a:pt x="7143199" y="2385185"/>
                      <a:pt x="7179587" y="2383089"/>
                      <a:pt x="7216547" y="2390330"/>
                    </a:cubicBezTo>
                    <a:cubicBezTo>
                      <a:pt x="7231214" y="2393186"/>
                      <a:pt x="7247599" y="2388424"/>
                      <a:pt x="7263220" y="2386709"/>
                    </a:cubicBezTo>
                    <a:cubicBezTo>
                      <a:pt x="7300559" y="2382137"/>
                      <a:pt x="7337899" y="2377183"/>
                      <a:pt x="7375428" y="2372803"/>
                    </a:cubicBezTo>
                    <a:cubicBezTo>
                      <a:pt x="7398860" y="2370135"/>
                      <a:pt x="7422483" y="2368611"/>
                      <a:pt x="7445916" y="2365945"/>
                    </a:cubicBezTo>
                    <a:cubicBezTo>
                      <a:pt x="7472967" y="2362705"/>
                      <a:pt x="7499828" y="2357753"/>
                      <a:pt x="7526880" y="2355084"/>
                    </a:cubicBezTo>
                    <a:cubicBezTo>
                      <a:pt x="7557742" y="2352036"/>
                      <a:pt x="7588795" y="2351466"/>
                      <a:pt x="7619655" y="2348226"/>
                    </a:cubicBezTo>
                    <a:cubicBezTo>
                      <a:pt x="7676047" y="2341940"/>
                      <a:pt x="7732247" y="2334509"/>
                      <a:pt x="7788636" y="2327461"/>
                    </a:cubicBezTo>
                    <a:cubicBezTo>
                      <a:pt x="7843311" y="2320603"/>
                      <a:pt x="7897987" y="2314507"/>
                      <a:pt x="7952280" y="2305935"/>
                    </a:cubicBezTo>
                    <a:cubicBezTo>
                      <a:pt x="7975142" y="2302315"/>
                      <a:pt x="7996859" y="2292408"/>
                      <a:pt x="8019339" y="2286884"/>
                    </a:cubicBezTo>
                    <a:cubicBezTo>
                      <a:pt x="8058774" y="2277357"/>
                      <a:pt x="8098590" y="2269357"/>
                      <a:pt x="8137835" y="2259832"/>
                    </a:cubicBezTo>
                    <a:cubicBezTo>
                      <a:pt x="8155359" y="2255641"/>
                      <a:pt x="8172124" y="2248593"/>
                      <a:pt x="8189651" y="2243639"/>
                    </a:cubicBezTo>
                    <a:cubicBezTo>
                      <a:pt x="8230992" y="2232208"/>
                      <a:pt x="8272903" y="2222874"/>
                      <a:pt x="8313671" y="2209920"/>
                    </a:cubicBezTo>
                    <a:cubicBezTo>
                      <a:pt x="8362822" y="2194297"/>
                      <a:pt x="8411019" y="2175439"/>
                      <a:pt x="8459979" y="2158864"/>
                    </a:cubicBezTo>
                    <a:cubicBezTo>
                      <a:pt x="8478269" y="2152578"/>
                      <a:pt x="8497511" y="2148957"/>
                      <a:pt x="8516369" y="2144003"/>
                    </a:cubicBezTo>
                    <a:cubicBezTo>
                      <a:pt x="8563425" y="2131431"/>
                      <a:pt x="8610288" y="2118095"/>
                      <a:pt x="8657726" y="2106284"/>
                    </a:cubicBezTo>
                    <a:cubicBezTo>
                      <a:pt x="8675253" y="2101901"/>
                      <a:pt x="8693731" y="2102284"/>
                      <a:pt x="8711448" y="2098664"/>
                    </a:cubicBezTo>
                    <a:cubicBezTo>
                      <a:pt x="8732023" y="2094472"/>
                      <a:pt x="8752407" y="2089138"/>
                      <a:pt x="8772219" y="2082280"/>
                    </a:cubicBezTo>
                    <a:cubicBezTo>
                      <a:pt x="8796985" y="2073707"/>
                      <a:pt x="8820990" y="2062659"/>
                      <a:pt x="8845565" y="2053705"/>
                    </a:cubicBezTo>
                    <a:cubicBezTo>
                      <a:pt x="8886142" y="2039034"/>
                      <a:pt x="8926911" y="2024557"/>
                      <a:pt x="8967871" y="2011221"/>
                    </a:cubicBezTo>
                    <a:cubicBezTo>
                      <a:pt x="8983301" y="2006268"/>
                      <a:pt x="9000257" y="2005697"/>
                      <a:pt x="9015878" y="2001124"/>
                    </a:cubicBezTo>
                    <a:cubicBezTo>
                      <a:pt x="9088840" y="1979597"/>
                      <a:pt x="9161805" y="1957880"/>
                      <a:pt x="9234579" y="1935209"/>
                    </a:cubicBezTo>
                    <a:cubicBezTo>
                      <a:pt x="9272298" y="1923399"/>
                      <a:pt x="9308875" y="1908538"/>
                      <a:pt x="9346597" y="1896917"/>
                    </a:cubicBezTo>
                    <a:cubicBezTo>
                      <a:pt x="9369267" y="1889869"/>
                      <a:pt x="9393650" y="1887773"/>
                      <a:pt x="9416321" y="1880724"/>
                    </a:cubicBezTo>
                    <a:cubicBezTo>
                      <a:pt x="9437278" y="1874247"/>
                      <a:pt x="9456709" y="1863578"/>
                      <a:pt x="9477283" y="1856149"/>
                    </a:cubicBezTo>
                    <a:cubicBezTo>
                      <a:pt x="9540152" y="1833097"/>
                      <a:pt x="9603971" y="1811953"/>
                      <a:pt x="9666265" y="1787186"/>
                    </a:cubicBezTo>
                    <a:cubicBezTo>
                      <a:pt x="9696749" y="1775183"/>
                      <a:pt x="9725323" y="1757849"/>
                      <a:pt x="9754088" y="1741464"/>
                    </a:cubicBezTo>
                    <a:cubicBezTo>
                      <a:pt x="9802858" y="1713841"/>
                      <a:pt x="9850865" y="1685074"/>
                      <a:pt x="9899446" y="1656880"/>
                    </a:cubicBezTo>
                    <a:cubicBezTo>
                      <a:pt x="9935832" y="1635924"/>
                      <a:pt x="9968027" y="1611347"/>
                      <a:pt x="9993175" y="1576487"/>
                    </a:cubicBezTo>
                    <a:cubicBezTo>
                      <a:pt x="10004797" y="1560484"/>
                      <a:pt x="10024990" y="1546768"/>
                      <a:pt x="10044230" y="1540480"/>
                    </a:cubicBezTo>
                    <a:cubicBezTo>
                      <a:pt x="10078713" y="1529241"/>
                      <a:pt x="10104430" y="1507522"/>
                      <a:pt x="10131863" y="1485613"/>
                    </a:cubicBezTo>
                    <a:cubicBezTo>
                      <a:pt x="10166536" y="1457801"/>
                      <a:pt x="10203304" y="1431509"/>
                      <a:pt x="10242357" y="1410555"/>
                    </a:cubicBezTo>
                    <a:cubicBezTo>
                      <a:pt x="10280840" y="1389980"/>
                      <a:pt x="10324086" y="1378549"/>
                      <a:pt x="10363709" y="1359499"/>
                    </a:cubicBezTo>
                    <a:cubicBezTo>
                      <a:pt x="10386952" y="1348259"/>
                      <a:pt x="10407146" y="1330353"/>
                      <a:pt x="10428291" y="1314920"/>
                    </a:cubicBezTo>
                    <a:cubicBezTo>
                      <a:pt x="10449438" y="1299489"/>
                      <a:pt x="10470394" y="1283486"/>
                      <a:pt x="10490969" y="1267104"/>
                    </a:cubicBezTo>
                    <a:cubicBezTo>
                      <a:pt x="10502208" y="1258149"/>
                      <a:pt x="10511734" y="1246909"/>
                      <a:pt x="10523354" y="1238337"/>
                    </a:cubicBezTo>
                    <a:cubicBezTo>
                      <a:pt x="10545263" y="1222334"/>
                      <a:pt x="10569075" y="1208808"/>
                      <a:pt x="10590031" y="1191664"/>
                    </a:cubicBezTo>
                    <a:cubicBezTo>
                      <a:pt x="10610225" y="1175089"/>
                      <a:pt x="10633467" y="1166707"/>
                      <a:pt x="10656519" y="1156038"/>
                    </a:cubicBezTo>
                    <a:cubicBezTo>
                      <a:pt x="10674046" y="1148036"/>
                      <a:pt x="10686617" y="1130320"/>
                      <a:pt x="10703573" y="1120603"/>
                    </a:cubicBezTo>
                    <a:cubicBezTo>
                      <a:pt x="10727767" y="1106697"/>
                      <a:pt x="10746246" y="1089553"/>
                      <a:pt x="10764534" y="1067643"/>
                    </a:cubicBezTo>
                    <a:cubicBezTo>
                      <a:pt x="10785111" y="1043068"/>
                      <a:pt x="10820162" y="1029732"/>
                      <a:pt x="10850453" y="1014301"/>
                    </a:cubicBezTo>
                    <a:cubicBezTo>
                      <a:pt x="10876171" y="1001157"/>
                      <a:pt x="10906081" y="995632"/>
                      <a:pt x="10929704" y="980201"/>
                    </a:cubicBezTo>
                    <a:cubicBezTo>
                      <a:pt x="10946279" y="969342"/>
                      <a:pt x="10958661" y="948957"/>
                      <a:pt x="10967423" y="930289"/>
                    </a:cubicBezTo>
                    <a:cubicBezTo>
                      <a:pt x="10987046" y="887995"/>
                      <a:pt x="11021146" y="861897"/>
                      <a:pt x="11058869" y="838084"/>
                    </a:cubicBezTo>
                    <a:cubicBezTo>
                      <a:pt x="11097350" y="813699"/>
                      <a:pt x="11133927" y="786836"/>
                      <a:pt x="11172600" y="762834"/>
                    </a:cubicBezTo>
                    <a:cubicBezTo>
                      <a:pt x="11211843" y="738638"/>
                      <a:pt x="11243658" y="706443"/>
                      <a:pt x="11275283" y="673676"/>
                    </a:cubicBezTo>
                    <a:cubicBezTo>
                      <a:pt x="11288238" y="660150"/>
                      <a:pt x="11305192" y="650434"/>
                      <a:pt x="11320623" y="639195"/>
                    </a:cubicBezTo>
                    <a:cubicBezTo>
                      <a:pt x="11338339" y="626241"/>
                      <a:pt x="11355296" y="611953"/>
                      <a:pt x="11374346" y="601664"/>
                    </a:cubicBezTo>
                    <a:cubicBezTo>
                      <a:pt x="11398160" y="588709"/>
                      <a:pt x="11424069" y="579757"/>
                      <a:pt x="11448453" y="567755"/>
                    </a:cubicBezTo>
                    <a:cubicBezTo>
                      <a:pt x="11476838" y="553657"/>
                      <a:pt x="11505795" y="539750"/>
                      <a:pt x="11532275" y="522605"/>
                    </a:cubicBezTo>
                    <a:cubicBezTo>
                      <a:pt x="11545039" y="514413"/>
                      <a:pt x="11553613" y="499363"/>
                      <a:pt x="11562947" y="486598"/>
                    </a:cubicBezTo>
                    <a:cubicBezTo>
                      <a:pt x="11599714" y="436305"/>
                      <a:pt x="11635529" y="385441"/>
                      <a:pt x="11672489" y="335337"/>
                    </a:cubicBezTo>
                    <a:cubicBezTo>
                      <a:pt x="11712304" y="281424"/>
                      <a:pt x="11763931" y="241608"/>
                      <a:pt x="11821656" y="207889"/>
                    </a:cubicBezTo>
                    <a:cubicBezTo>
                      <a:pt x="11877664" y="175312"/>
                      <a:pt x="11931195" y="138734"/>
                      <a:pt x="11986443" y="104824"/>
                    </a:cubicBezTo>
                    <a:cubicBezTo>
                      <a:pt x="11998443" y="97395"/>
                      <a:pt x="12013114" y="94347"/>
                      <a:pt x="12026448" y="88821"/>
                    </a:cubicBezTo>
                    <a:cubicBezTo>
                      <a:pt x="12072360" y="69580"/>
                      <a:pt x="12118083" y="50147"/>
                      <a:pt x="12160947" y="28621"/>
                    </a:cubicBezTo>
                    <a:lnTo>
                      <a:pt x="12192000" y="0"/>
                    </a:lnTo>
                    <a:close/>
                  </a:path>
                </a:pathLst>
              </a:custGeom>
              <a:solidFill>
                <a:schemeClr val="tx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D1A0BEEB-C008-4150-A935-C6AAF537DA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681702"/>
                <a:ext cx="12192000" cy="3176298"/>
              </a:xfrm>
              <a:custGeom>
                <a:avLst/>
                <a:gdLst>
                  <a:gd name="connsiteX0" fmla="*/ 12192000 w 12192000"/>
                  <a:gd name="connsiteY0" fmla="*/ 0 h 3176298"/>
                  <a:gd name="connsiteX1" fmla="*/ 12192000 w 12192000"/>
                  <a:gd name="connsiteY1" fmla="*/ 3176298 h 3176298"/>
                  <a:gd name="connsiteX2" fmla="*/ 0 w 12192000"/>
                  <a:gd name="connsiteY2" fmla="*/ 3176298 h 3176298"/>
                  <a:gd name="connsiteX3" fmla="*/ 0 w 12192000"/>
                  <a:gd name="connsiteY3" fmla="*/ 2264980 h 3176298"/>
                  <a:gd name="connsiteX4" fmla="*/ 544 w 12192000"/>
                  <a:gd name="connsiteY4" fmla="*/ 2264980 h 3176298"/>
                  <a:gd name="connsiteX5" fmla="*/ 544 w 12192000"/>
                  <a:gd name="connsiteY5" fmla="*/ 2392219 h 3176298"/>
                  <a:gd name="connsiteX6" fmla="*/ 61197 w 12192000"/>
                  <a:gd name="connsiteY6" fmla="*/ 2387448 h 3176298"/>
                  <a:gd name="connsiteX7" fmla="*/ 119613 w 12192000"/>
                  <a:gd name="connsiteY7" fmla="*/ 2369945 h 3176298"/>
                  <a:gd name="connsiteX8" fmla="*/ 172384 w 12192000"/>
                  <a:gd name="connsiteY8" fmla="*/ 2347084 h 3176298"/>
                  <a:gd name="connsiteX9" fmla="*/ 274873 w 12192000"/>
                  <a:gd name="connsiteY9" fmla="*/ 2336988 h 3176298"/>
                  <a:gd name="connsiteX10" fmla="*/ 307259 w 12192000"/>
                  <a:gd name="connsiteY10" fmla="*/ 2331461 h 3176298"/>
                  <a:gd name="connsiteX11" fmla="*/ 394511 w 12192000"/>
                  <a:gd name="connsiteY11" fmla="*/ 2308601 h 3176298"/>
                  <a:gd name="connsiteX12" fmla="*/ 494337 w 12192000"/>
                  <a:gd name="connsiteY12" fmla="*/ 2268213 h 3176298"/>
                  <a:gd name="connsiteX13" fmla="*/ 546917 w 12192000"/>
                  <a:gd name="connsiteY13" fmla="*/ 2283264 h 3176298"/>
                  <a:gd name="connsiteX14" fmla="*/ 730754 w 12192000"/>
                  <a:gd name="connsiteY14" fmla="*/ 2240780 h 3176298"/>
                  <a:gd name="connsiteX15" fmla="*/ 785432 w 12192000"/>
                  <a:gd name="connsiteY15" fmla="*/ 2218682 h 3176298"/>
                  <a:gd name="connsiteX16" fmla="*/ 801053 w 12192000"/>
                  <a:gd name="connsiteY16" fmla="*/ 2204013 h 3176298"/>
                  <a:gd name="connsiteX17" fmla="*/ 858205 w 12192000"/>
                  <a:gd name="connsiteY17" fmla="*/ 2169532 h 3176298"/>
                  <a:gd name="connsiteX18" fmla="*/ 949646 w 12192000"/>
                  <a:gd name="connsiteY18" fmla="*/ 2157340 h 3176298"/>
                  <a:gd name="connsiteX19" fmla="*/ 960887 w 12192000"/>
                  <a:gd name="connsiteY19" fmla="*/ 2150099 h 3176298"/>
                  <a:gd name="connsiteX20" fmla="*/ 977653 w 12192000"/>
                  <a:gd name="connsiteY20" fmla="*/ 2138480 h 3176298"/>
                  <a:gd name="connsiteX21" fmla="*/ 1071762 w 12192000"/>
                  <a:gd name="connsiteY21" fmla="*/ 2117905 h 3176298"/>
                  <a:gd name="connsiteX22" fmla="*/ 1092527 w 12192000"/>
                  <a:gd name="connsiteY22" fmla="*/ 2111428 h 3176298"/>
                  <a:gd name="connsiteX23" fmla="*/ 1109865 w 12192000"/>
                  <a:gd name="connsiteY23" fmla="*/ 2100568 h 3176298"/>
                  <a:gd name="connsiteX24" fmla="*/ 1162823 w 12192000"/>
                  <a:gd name="connsiteY24" fmla="*/ 2075613 h 3176298"/>
                  <a:gd name="connsiteX25" fmla="*/ 1206641 w 12192000"/>
                  <a:gd name="connsiteY25" fmla="*/ 2074851 h 3176298"/>
                  <a:gd name="connsiteX26" fmla="*/ 1267411 w 12192000"/>
                  <a:gd name="connsiteY26" fmla="*/ 2060753 h 3176298"/>
                  <a:gd name="connsiteX27" fmla="*/ 1380762 w 12192000"/>
                  <a:gd name="connsiteY27" fmla="*/ 2046847 h 3176298"/>
                  <a:gd name="connsiteX28" fmla="*/ 1404006 w 12192000"/>
                  <a:gd name="connsiteY28" fmla="*/ 2038844 h 3176298"/>
                  <a:gd name="connsiteX29" fmla="*/ 1544598 w 12192000"/>
                  <a:gd name="connsiteY29" fmla="*/ 2000932 h 3176298"/>
                  <a:gd name="connsiteX30" fmla="*/ 1657188 w 12192000"/>
                  <a:gd name="connsiteY30" fmla="*/ 2001697 h 3176298"/>
                  <a:gd name="connsiteX31" fmla="*/ 1665950 w 12192000"/>
                  <a:gd name="connsiteY31" fmla="*/ 2003411 h 3176298"/>
                  <a:gd name="connsiteX32" fmla="*/ 1709006 w 12192000"/>
                  <a:gd name="connsiteY32" fmla="*/ 2015983 h 3176298"/>
                  <a:gd name="connsiteX33" fmla="*/ 1775684 w 12192000"/>
                  <a:gd name="connsiteY33" fmla="*/ 2012555 h 3176298"/>
                  <a:gd name="connsiteX34" fmla="*/ 1821596 w 12192000"/>
                  <a:gd name="connsiteY34" fmla="*/ 1995218 h 3176298"/>
                  <a:gd name="connsiteX35" fmla="*/ 1878748 w 12192000"/>
                  <a:gd name="connsiteY35" fmla="*/ 1994457 h 3176298"/>
                  <a:gd name="connsiteX36" fmla="*/ 1944092 w 12192000"/>
                  <a:gd name="connsiteY36" fmla="*/ 2005315 h 3176298"/>
                  <a:gd name="connsiteX37" fmla="*/ 1973429 w 12192000"/>
                  <a:gd name="connsiteY37" fmla="*/ 2007601 h 3176298"/>
                  <a:gd name="connsiteX38" fmla="*/ 2054013 w 12192000"/>
                  <a:gd name="connsiteY38" fmla="*/ 2030082 h 3176298"/>
                  <a:gd name="connsiteX39" fmla="*/ 2102021 w 12192000"/>
                  <a:gd name="connsiteY39" fmla="*/ 2024557 h 3176298"/>
                  <a:gd name="connsiteX40" fmla="*/ 2149267 w 12192000"/>
                  <a:gd name="connsiteY40" fmla="*/ 2009697 h 3176298"/>
                  <a:gd name="connsiteX41" fmla="*/ 2179556 w 12192000"/>
                  <a:gd name="connsiteY41" fmla="*/ 1995409 h 3176298"/>
                  <a:gd name="connsiteX42" fmla="*/ 2240710 w 12192000"/>
                  <a:gd name="connsiteY42" fmla="*/ 1985312 h 3176298"/>
                  <a:gd name="connsiteX43" fmla="*/ 2251948 w 12192000"/>
                  <a:gd name="connsiteY43" fmla="*/ 1986836 h 3176298"/>
                  <a:gd name="connsiteX44" fmla="*/ 2434456 w 12192000"/>
                  <a:gd name="connsiteY44" fmla="*/ 1999410 h 3176298"/>
                  <a:gd name="connsiteX45" fmla="*/ 2506847 w 12192000"/>
                  <a:gd name="connsiteY45" fmla="*/ 2019603 h 3176298"/>
                  <a:gd name="connsiteX46" fmla="*/ 2522279 w 12192000"/>
                  <a:gd name="connsiteY46" fmla="*/ 2022080 h 3176298"/>
                  <a:gd name="connsiteX47" fmla="*/ 2676398 w 12192000"/>
                  <a:gd name="connsiteY47" fmla="*/ 2044751 h 3176298"/>
                  <a:gd name="connsiteX48" fmla="*/ 2693543 w 12192000"/>
                  <a:gd name="connsiteY48" fmla="*/ 2045703 h 3176298"/>
                  <a:gd name="connsiteX49" fmla="*/ 2741360 w 12192000"/>
                  <a:gd name="connsiteY49" fmla="*/ 2041701 h 3176298"/>
                  <a:gd name="connsiteX50" fmla="*/ 2854140 w 12192000"/>
                  <a:gd name="connsiteY50" fmla="*/ 2082851 h 3176298"/>
                  <a:gd name="connsiteX51" fmla="*/ 2967110 w 12192000"/>
                  <a:gd name="connsiteY51" fmla="*/ 2096949 h 3176298"/>
                  <a:gd name="connsiteX52" fmla="*/ 3029216 w 12192000"/>
                  <a:gd name="connsiteY52" fmla="*/ 2096757 h 3176298"/>
                  <a:gd name="connsiteX53" fmla="*/ 3073604 w 12192000"/>
                  <a:gd name="connsiteY53" fmla="*/ 2106856 h 3176298"/>
                  <a:gd name="connsiteX54" fmla="*/ 3182763 w 12192000"/>
                  <a:gd name="connsiteY54" fmla="*/ 2137527 h 3176298"/>
                  <a:gd name="connsiteX55" fmla="*/ 3234202 w 12192000"/>
                  <a:gd name="connsiteY55" fmla="*/ 2142289 h 3176298"/>
                  <a:gd name="connsiteX56" fmla="*/ 3288877 w 12192000"/>
                  <a:gd name="connsiteY56" fmla="*/ 2152578 h 3176298"/>
                  <a:gd name="connsiteX57" fmla="*/ 3424135 w 12192000"/>
                  <a:gd name="connsiteY57" fmla="*/ 2198680 h 3176298"/>
                  <a:gd name="connsiteX58" fmla="*/ 3534629 w 12192000"/>
                  <a:gd name="connsiteY58" fmla="*/ 2196013 h 3176298"/>
                  <a:gd name="connsiteX59" fmla="*/ 3605116 w 12192000"/>
                  <a:gd name="connsiteY59" fmla="*/ 2196583 h 3176298"/>
                  <a:gd name="connsiteX60" fmla="*/ 3689131 w 12192000"/>
                  <a:gd name="connsiteY60" fmla="*/ 2211824 h 3176298"/>
                  <a:gd name="connsiteX61" fmla="*/ 3757902 w 12192000"/>
                  <a:gd name="connsiteY61" fmla="*/ 2234114 h 3176298"/>
                  <a:gd name="connsiteX62" fmla="*/ 3852966 w 12192000"/>
                  <a:gd name="connsiteY62" fmla="*/ 2251831 h 3176298"/>
                  <a:gd name="connsiteX63" fmla="*/ 3947648 w 12192000"/>
                  <a:gd name="connsiteY63" fmla="*/ 2285932 h 3176298"/>
                  <a:gd name="connsiteX64" fmla="*/ 4013753 w 12192000"/>
                  <a:gd name="connsiteY64" fmla="*/ 2312031 h 3176298"/>
                  <a:gd name="connsiteX65" fmla="*/ 4105766 w 12192000"/>
                  <a:gd name="connsiteY65" fmla="*/ 2335082 h 3176298"/>
                  <a:gd name="connsiteX66" fmla="*/ 4246551 w 12192000"/>
                  <a:gd name="connsiteY66" fmla="*/ 2351274 h 3176298"/>
                  <a:gd name="connsiteX67" fmla="*/ 4311323 w 12192000"/>
                  <a:gd name="connsiteY67" fmla="*/ 2352991 h 3176298"/>
                  <a:gd name="connsiteX68" fmla="*/ 4413817 w 12192000"/>
                  <a:gd name="connsiteY68" fmla="*/ 2390899 h 3176298"/>
                  <a:gd name="connsiteX69" fmla="*/ 4457632 w 12192000"/>
                  <a:gd name="connsiteY69" fmla="*/ 2409188 h 3176298"/>
                  <a:gd name="connsiteX70" fmla="*/ 4497068 w 12192000"/>
                  <a:gd name="connsiteY70" fmla="*/ 2393947 h 3176298"/>
                  <a:gd name="connsiteX71" fmla="*/ 4522596 w 12192000"/>
                  <a:gd name="connsiteY71" fmla="*/ 2376421 h 3176298"/>
                  <a:gd name="connsiteX72" fmla="*/ 4603368 w 12192000"/>
                  <a:gd name="connsiteY72" fmla="*/ 2391282 h 3176298"/>
                  <a:gd name="connsiteX73" fmla="*/ 4689098 w 12192000"/>
                  <a:gd name="connsiteY73" fmla="*/ 2406903 h 3176298"/>
                  <a:gd name="connsiteX74" fmla="*/ 4719697 w 12192000"/>
                  <a:gd name="connsiteY74" fmla="*/ 2413428 h 3176298"/>
                  <a:gd name="connsiteX75" fmla="*/ 4726469 w 12192000"/>
                  <a:gd name="connsiteY75" fmla="*/ 2414298 h 3176298"/>
                  <a:gd name="connsiteX76" fmla="*/ 4785776 w 12192000"/>
                  <a:gd name="connsiteY76" fmla="*/ 2414298 h 3176298"/>
                  <a:gd name="connsiteX77" fmla="*/ 4788661 w 12192000"/>
                  <a:gd name="connsiteY77" fmla="*/ 2414047 h 3176298"/>
                  <a:gd name="connsiteX78" fmla="*/ 4827024 w 12192000"/>
                  <a:gd name="connsiteY78" fmla="*/ 2408999 h 3176298"/>
                  <a:gd name="connsiteX79" fmla="*/ 4887415 w 12192000"/>
                  <a:gd name="connsiteY79" fmla="*/ 2405570 h 3176298"/>
                  <a:gd name="connsiteX80" fmla="*/ 4936184 w 12192000"/>
                  <a:gd name="connsiteY80" fmla="*/ 2395853 h 3176298"/>
                  <a:gd name="connsiteX81" fmla="*/ 4953328 w 12192000"/>
                  <a:gd name="connsiteY81" fmla="*/ 2390138 h 3176298"/>
                  <a:gd name="connsiteX82" fmla="*/ 5089162 w 12192000"/>
                  <a:gd name="connsiteY82" fmla="*/ 2345560 h 3176298"/>
                  <a:gd name="connsiteX83" fmla="*/ 5234326 w 12192000"/>
                  <a:gd name="connsiteY83" fmla="*/ 2309935 h 3176298"/>
                  <a:gd name="connsiteX84" fmla="*/ 5328438 w 12192000"/>
                  <a:gd name="connsiteY84" fmla="*/ 2332416 h 3176298"/>
                  <a:gd name="connsiteX85" fmla="*/ 5363491 w 12192000"/>
                  <a:gd name="connsiteY85" fmla="*/ 2332034 h 3176298"/>
                  <a:gd name="connsiteX86" fmla="*/ 5524660 w 12192000"/>
                  <a:gd name="connsiteY86" fmla="*/ 2337178 h 3176298"/>
                  <a:gd name="connsiteX87" fmla="*/ 5553045 w 12192000"/>
                  <a:gd name="connsiteY87" fmla="*/ 2342701 h 3176298"/>
                  <a:gd name="connsiteX88" fmla="*/ 5706401 w 12192000"/>
                  <a:gd name="connsiteY88" fmla="*/ 2320032 h 3176298"/>
                  <a:gd name="connsiteX89" fmla="*/ 5762029 w 12192000"/>
                  <a:gd name="connsiteY89" fmla="*/ 2316221 h 3176298"/>
                  <a:gd name="connsiteX90" fmla="*/ 5813276 w 12192000"/>
                  <a:gd name="connsiteY90" fmla="*/ 2309935 h 3176298"/>
                  <a:gd name="connsiteX91" fmla="*/ 5884906 w 12192000"/>
                  <a:gd name="connsiteY91" fmla="*/ 2308411 h 3176298"/>
                  <a:gd name="connsiteX92" fmla="*/ 5959204 w 12192000"/>
                  <a:gd name="connsiteY92" fmla="*/ 2311269 h 3176298"/>
                  <a:gd name="connsiteX93" fmla="*/ 6042072 w 12192000"/>
                  <a:gd name="connsiteY93" fmla="*/ 2310697 h 3176298"/>
                  <a:gd name="connsiteX94" fmla="*/ 6074842 w 12192000"/>
                  <a:gd name="connsiteY94" fmla="*/ 2305745 h 3176298"/>
                  <a:gd name="connsiteX95" fmla="*/ 6163425 w 12192000"/>
                  <a:gd name="connsiteY95" fmla="*/ 2309172 h 3176298"/>
                  <a:gd name="connsiteX96" fmla="*/ 6209909 w 12192000"/>
                  <a:gd name="connsiteY96" fmla="*/ 2303459 h 3176298"/>
                  <a:gd name="connsiteX97" fmla="*/ 6286493 w 12192000"/>
                  <a:gd name="connsiteY97" fmla="*/ 2302315 h 3176298"/>
                  <a:gd name="connsiteX98" fmla="*/ 6311449 w 12192000"/>
                  <a:gd name="connsiteY98" fmla="*/ 2300980 h 3176298"/>
                  <a:gd name="connsiteX99" fmla="*/ 6333739 w 12192000"/>
                  <a:gd name="connsiteY99" fmla="*/ 2300218 h 3176298"/>
                  <a:gd name="connsiteX100" fmla="*/ 6410131 w 12192000"/>
                  <a:gd name="connsiteY100" fmla="*/ 2315841 h 3176298"/>
                  <a:gd name="connsiteX101" fmla="*/ 6477951 w 12192000"/>
                  <a:gd name="connsiteY101" fmla="*/ 2316793 h 3176298"/>
                  <a:gd name="connsiteX102" fmla="*/ 6596828 w 12192000"/>
                  <a:gd name="connsiteY102" fmla="*/ 2329368 h 3176298"/>
                  <a:gd name="connsiteX103" fmla="*/ 6623118 w 12192000"/>
                  <a:gd name="connsiteY103" fmla="*/ 2324985 h 3176298"/>
                  <a:gd name="connsiteX104" fmla="*/ 6705417 w 12192000"/>
                  <a:gd name="connsiteY104" fmla="*/ 2323272 h 3176298"/>
                  <a:gd name="connsiteX105" fmla="*/ 6752283 w 12192000"/>
                  <a:gd name="connsiteY105" fmla="*/ 2321937 h 3176298"/>
                  <a:gd name="connsiteX106" fmla="*/ 6810195 w 12192000"/>
                  <a:gd name="connsiteY106" fmla="*/ 2331082 h 3176298"/>
                  <a:gd name="connsiteX107" fmla="*/ 6910782 w 12192000"/>
                  <a:gd name="connsiteY107" fmla="*/ 2350512 h 3176298"/>
                  <a:gd name="connsiteX108" fmla="*/ 6937263 w 12192000"/>
                  <a:gd name="connsiteY108" fmla="*/ 2353561 h 3176298"/>
                  <a:gd name="connsiteX109" fmla="*/ 6985653 w 12192000"/>
                  <a:gd name="connsiteY109" fmla="*/ 2362897 h 3176298"/>
                  <a:gd name="connsiteX110" fmla="*/ 6994415 w 12192000"/>
                  <a:gd name="connsiteY110" fmla="*/ 2364611 h 3176298"/>
                  <a:gd name="connsiteX111" fmla="*/ 7068141 w 12192000"/>
                  <a:gd name="connsiteY111" fmla="*/ 2388234 h 3176298"/>
                  <a:gd name="connsiteX112" fmla="*/ 7106432 w 12192000"/>
                  <a:gd name="connsiteY112" fmla="*/ 2390138 h 3176298"/>
                  <a:gd name="connsiteX113" fmla="*/ 7216547 w 12192000"/>
                  <a:gd name="connsiteY113" fmla="*/ 2390330 h 3176298"/>
                  <a:gd name="connsiteX114" fmla="*/ 7263220 w 12192000"/>
                  <a:gd name="connsiteY114" fmla="*/ 2386709 h 3176298"/>
                  <a:gd name="connsiteX115" fmla="*/ 7375428 w 12192000"/>
                  <a:gd name="connsiteY115" fmla="*/ 2372803 h 3176298"/>
                  <a:gd name="connsiteX116" fmla="*/ 7445916 w 12192000"/>
                  <a:gd name="connsiteY116" fmla="*/ 2365945 h 3176298"/>
                  <a:gd name="connsiteX117" fmla="*/ 7526880 w 12192000"/>
                  <a:gd name="connsiteY117" fmla="*/ 2355084 h 3176298"/>
                  <a:gd name="connsiteX118" fmla="*/ 7619655 w 12192000"/>
                  <a:gd name="connsiteY118" fmla="*/ 2348226 h 3176298"/>
                  <a:gd name="connsiteX119" fmla="*/ 7788636 w 12192000"/>
                  <a:gd name="connsiteY119" fmla="*/ 2327461 h 3176298"/>
                  <a:gd name="connsiteX120" fmla="*/ 7952280 w 12192000"/>
                  <a:gd name="connsiteY120" fmla="*/ 2305935 h 3176298"/>
                  <a:gd name="connsiteX121" fmla="*/ 8019339 w 12192000"/>
                  <a:gd name="connsiteY121" fmla="*/ 2286884 h 3176298"/>
                  <a:gd name="connsiteX122" fmla="*/ 8137835 w 12192000"/>
                  <a:gd name="connsiteY122" fmla="*/ 2259832 h 3176298"/>
                  <a:gd name="connsiteX123" fmla="*/ 8189651 w 12192000"/>
                  <a:gd name="connsiteY123" fmla="*/ 2243639 h 3176298"/>
                  <a:gd name="connsiteX124" fmla="*/ 8313671 w 12192000"/>
                  <a:gd name="connsiteY124" fmla="*/ 2209920 h 3176298"/>
                  <a:gd name="connsiteX125" fmla="*/ 8459979 w 12192000"/>
                  <a:gd name="connsiteY125" fmla="*/ 2158864 h 3176298"/>
                  <a:gd name="connsiteX126" fmla="*/ 8516369 w 12192000"/>
                  <a:gd name="connsiteY126" fmla="*/ 2144003 h 3176298"/>
                  <a:gd name="connsiteX127" fmla="*/ 8657726 w 12192000"/>
                  <a:gd name="connsiteY127" fmla="*/ 2106284 h 3176298"/>
                  <a:gd name="connsiteX128" fmla="*/ 8711448 w 12192000"/>
                  <a:gd name="connsiteY128" fmla="*/ 2098664 h 3176298"/>
                  <a:gd name="connsiteX129" fmla="*/ 8772219 w 12192000"/>
                  <a:gd name="connsiteY129" fmla="*/ 2082280 h 3176298"/>
                  <a:gd name="connsiteX130" fmla="*/ 8845565 w 12192000"/>
                  <a:gd name="connsiteY130" fmla="*/ 2053705 h 3176298"/>
                  <a:gd name="connsiteX131" fmla="*/ 8967871 w 12192000"/>
                  <a:gd name="connsiteY131" fmla="*/ 2011221 h 3176298"/>
                  <a:gd name="connsiteX132" fmla="*/ 9015878 w 12192000"/>
                  <a:gd name="connsiteY132" fmla="*/ 2001124 h 3176298"/>
                  <a:gd name="connsiteX133" fmla="*/ 9234579 w 12192000"/>
                  <a:gd name="connsiteY133" fmla="*/ 1935209 h 3176298"/>
                  <a:gd name="connsiteX134" fmla="*/ 9346597 w 12192000"/>
                  <a:gd name="connsiteY134" fmla="*/ 1896917 h 3176298"/>
                  <a:gd name="connsiteX135" fmla="*/ 9416321 w 12192000"/>
                  <a:gd name="connsiteY135" fmla="*/ 1880724 h 3176298"/>
                  <a:gd name="connsiteX136" fmla="*/ 9477283 w 12192000"/>
                  <a:gd name="connsiteY136" fmla="*/ 1856149 h 3176298"/>
                  <a:gd name="connsiteX137" fmla="*/ 9666265 w 12192000"/>
                  <a:gd name="connsiteY137" fmla="*/ 1787186 h 3176298"/>
                  <a:gd name="connsiteX138" fmla="*/ 9754088 w 12192000"/>
                  <a:gd name="connsiteY138" fmla="*/ 1741464 h 3176298"/>
                  <a:gd name="connsiteX139" fmla="*/ 9899446 w 12192000"/>
                  <a:gd name="connsiteY139" fmla="*/ 1656880 h 3176298"/>
                  <a:gd name="connsiteX140" fmla="*/ 9993175 w 12192000"/>
                  <a:gd name="connsiteY140" fmla="*/ 1576487 h 3176298"/>
                  <a:gd name="connsiteX141" fmla="*/ 10044230 w 12192000"/>
                  <a:gd name="connsiteY141" fmla="*/ 1540480 h 3176298"/>
                  <a:gd name="connsiteX142" fmla="*/ 10131863 w 12192000"/>
                  <a:gd name="connsiteY142" fmla="*/ 1485613 h 3176298"/>
                  <a:gd name="connsiteX143" fmla="*/ 10242357 w 12192000"/>
                  <a:gd name="connsiteY143" fmla="*/ 1410555 h 3176298"/>
                  <a:gd name="connsiteX144" fmla="*/ 10363709 w 12192000"/>
                  <a:gd name="connsiteY144" fmla="*/ 1359499 h 3176298"/>
                  <a:gd name="connsiteX145" fmla="*/ 10428291 w 12192000"/>
                  <a:gd name="connsiteY145" fmla="*/ 1314920 h 3176298"/>
                  <a:gd name="connsiteX146" fmla="*/ 10490969 w 12192000"/>
                  <a:gd name="connsiteY146" fmla="*/ 1267104 h 3176298"/>
                  <a:gd name="connsiteX147" fmla="*/ 10523354 w 12192000"/>
                  <a:gd name="connsiteY147" fmla="*/ 1238337 h 3176298"/>
                  <a:gd name="connsiteX148" fmla="*/ 10590031 w 12192000"/>
                  <a:gd name="connsiteY148" fmla="*/ 1191664 h 3176298"/>
                  <a:gd name="connsiteX149" fmla="*/ 10656519 w 12192000"/>
                  <a:gd name="connsiteY149" fmla="*/ 1156038 h 3176298"/>
                  <a:gd name="connsiteX150" fmla="*/ 10703573 w 12192000"/>
                  <a:gd name="connsiteY150" fmla="*/ 1120603 h 3176298"/>
                  <a:gd name="connsiteX151" fmla="*/ 10764534 w 12192000"/>
                  <a:gd name="connsiteY151" fmla="*/ 1067643 h 3176298"/>
                  <a:gd name="connsiteX152" fmla="*/ 10850453 w 12192000"/>
                  <a:gd name="connsiteY152" fmla="*/ 1014301 h 3176298"/>
                  <a:gd name="connsiteX153" fmla="*/ 10929704 w 12192000"/>
                  <a:gd name="connsiteY153" fmla="*/ 980201 h 3176298"/>
                  <a:gd name="connsiteX154" fmla="*/ 10967423 w 12192000"/>
                  <a:gd name="connsiteY154" fmla="*/ 930289 h 3176298"/>
                  <a:gd name="connsiteX155" fmla="*/ 11058869 w 12192000"/>
                  <a:gd name="connsiteY155" fmla="*/ 838084 h 3176298"/>
                  <a:gd name="connsiteX156" fmla="*/ 11172600 w 12192000"/>
                  <a:gd name="connsiteY156" fmla="*/ 762834 h 3176298"/>
                  <a:gd name="connsiteX157" fmla="*/ 11275283 w 12192000"/>
                  <a:gd name="connsiteY157" fmla="*/ 673676 h 3176298"/>
                  <a:gd name="connsiteX158" fmla="*/ 11320623 w 12192000"/>
                  <a:gd name="connsiteY158" fmla="*/ 639195 h 3176298"/>
                  <a:gd name="connsiteX159" fmla="*/ 11374346 w 12192000"/>
                  <a:gd name="connsiteY159" fmla="*/ 601664 h 3176298"/>
                  <a:gd name="connsiteX160" fmla="*/ 11448453 w 12192000"/>
                  <a:gd name="connsiteY160" fmla="*/ 567755 h 3176298"/>
                  <a:gd name="connsiteX161" fmla="*/ 11532275 w 12192000"/>
                  <a:gd name="connsiteY161" fmla="*/ 522605 h 3176298"/>
                  <a:gd name="connsiteX162" fmla="*/ 11562947 w 12192000"/>
                  <a:gd name="connsiteY162" fmla="*/ 486598 h 3176298"/>
                  <a:gd name="connsiteX163" fmla="*/ 11672489 w 12192000"/>
                  <a:gd name="connsiteY163" fmla="*/ 335337 h 3176298"/>
                  <a:gd name="connsiteX164" fmla="*/ 11821656 w 12192000"/>
                  <a:gd name="connsiteY164" fmla="*/ 207889 h 3176298"/>
                  <a:gd name="connsiteX165" fmla="*/ 11986443 w 12192000"/>
                  <a:gd name="connsiteY165" fmla="*/ 104824 h 3176298"/>
                  <a:gd name="connsiteX166" fmla="*/ 12026448 w 12192000"/>
                  <a:gd name="connsiteY166" fmla="*/ 88821 h 3176298"/>
                  <a:gd name="connsiteX167" fmla="*/ 12160947 w 12192000"/>
                  <a:gd name="connsiteY167" fmla="*/ 28621 h 3176298"/>
                  <a:gd name="connsiteX168" fmla="*/ 12192000 w 12192000"/>
                  <a:gd name="connsiteY168" fmla="*/ 0 h 3176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Lst>
                <a:rect l="l" t="t" r="r" b="b"/>
                <a:pathLst>
                  <a:path w="12192000" h="3176298">
                    <a:moveTo>
                      <a:pt x="12192000" y="0"/>
                    </a:moveTo>
                    <a:lnTo>
                      <a:pt x="12192000" y="3176298"/>
                    </a:lnTo>
                    <a:lnTo>
                      <a:pt x="0" y="3176298"/>
                    </a:lnTo>
                    <a:lnTo>
                      <a:pt x="0" y="2264980"/>
                    </a:lnTo>
                    <a:lnTo>
                      <a:pt x="544" y="2264980"/>
                    </a:lnTo>
                    <a:lnTo>
                      <a:pt x="544" y="2392219"/>
                    </a:lnTo>
                    <a:lnTo>
                      <a:pt x="61197" y="2387448"/>
                    </a:lnTo>
                    <a:cubicBezTo>
                      <a:pt x="80794" y="2382137"/>
                      <a:pt x="99990" y="2374707"/>
                      <a:pt x="119613" y="2369945"/>
                    </a:cubicBezTo>
                    <a:cubicBezTo>
                      <a:pt x="137898" y="2365563"/>
                      <a:pt x="155046" y="2355466"/>
                      <a:pt x="172384" y="2347084"/>
                    </a:cubicBezTo>
                    <a:cubicBezTo>
                      <a:pt x="205529" y="2331082"/>
                      <a:pt x="240965" y="2341178"/>
                      <a:pt x="274873" y="2336988"/>
                    </a:cubicBezTo>
                    <a:cubicBezTo>
                      <a:pt x="285732" y="2335653"/>
                      <a:pt x="296590" y="2334130"/>
                      <a:pt x="307259" y="2331461"/>
                    </a:cubicBezTo>
                    <a:cubicBezTo>
                      <a:pt x="336408" y="2324413"/>
                      <a:pt x="366127" y="2318317"/>
                      <a:pt x="394511" y="2308601"/>
                    </a:cubicBezTo>
                    <a:cubicBezTo>
                      <a:pt x="426709" y="2297743"/>
                      <a:pt x="457572" y="2283264"/>
                      <a:pt x="494337" y="2268213"/>
                    </a:cubicBezTo>
                    <a:cubicBezTo>
                      <a:pt x="507102" y="2272024"/>
                      <a:pt x="526724" y="2282312"/>
                      <a:pt x="546917" y="2283264"/>
                    </a:cubicBezTo>
                    <a:cubicBezTo>
                      <a:pt x="611880" y="2286503"/>
                      <a:pt x="672650" y="2268786"/>
                      <a:pt x="730754" y="2240780"/>
                    </a:cubicBezTo>
                    <a:cubicBezTo>
                      <a:pt x="748471" y="2232399"/>
                      <a:pt x="767524" y="2226874"/>
                      <a:pt x="785432" y="2218682"/>
                    </a:cubicBezTo>
                    <a:cubicBezTo>
                      <a:pt x="791717" y="2215826"/>
                      <a:pt x="799909" y="2209730"/>
                      <a:pt x="801053" y="2204013"/>
                    </a:cubicBezTo>
                    <a:cubicBezTo>
                      <a:pt x="807719" y="2170866"/>
                      <a:pt x="832486" y="2171436"/>
                      <a:pt x="858205" y="2169532"/>
                    </a:cubicBezTo>
                    <a:cubicBezTo>
                      <a:pt x="888877" y="2167247"/>
                      <a:pt x="919165" y="2161912"/>
                      <a:pt x="949646" y="2157340"/>
                    </a:cubicBezTo>
                    <a:cubicBezTo>
                      <a:pt x="953648" y="2156768"/>
                      <a:pt x="957266" y="2152768"/>
                      <a:pt x="960887" y="2150099"/>
                    </a:cubicBezTo>
                    <a:cubicBezTo>
                      <a:pt x="966411" y="2146099"/>
                      <a:pt x="971554" y="2140003"/>
                      <a:pt x="977653" y="2138480"/>
                    </a:cubicBezTo>
                    <a:cubicBezTo>
                      <a:pt x="1008894" y="2131049"/>
                      <a:pt x="1040327" y="2124763"/>
                      <a:pt x="1071762" y="2117905"/>
                    </a:cubicBezTo>
                    <a:cubicBezTo>
                      <a:pt x="1078810" y="2116380"/>
                      <a:pt x="1086048" y="2114476"/>
                      <a:pt x="1092527" y="2111428"/>
                    </a:cubicBezTo>
                    <a:cubicBezTo>
                      <a:pt x="1098623" y="2108570"/>
                      <a:pt x="1103767" y="2103616"/>
                      <a:pt x="1109865" y="2100568"/>
                    </a:cubicBezTo>
                    <a:cubicBezTo>
                      <a:pt x="1126437" y="2092378"/>
                      <a:pt x="1143394" y="2084757"/>
                      <a:pt x="1162823" y="2075613"/>
                    </a:cubicBezTo>
                    <a:cubicBezTo>
                      <a:pt x="1173681" y="2092757"/>
                      <a:pt x="1188354" y="2083041"/>
                      <a:pt x="1206641" y="2074851"/>
                    </a:cubicBezTo>
                    <a:cubicBezTo>
                      <a:pt x="1225310" y="2066468"/>
                      <a:pt x="1246837" y="2063801"/>
                      <a:pt x="1267411" y="2060753"/>
                    </a:cubicBezTo>
                    <a:cubicBezTo>
                      <a:pt x="1305132" y="2055228"/>
                      <a:pt x="1343044" y="2051799"/>
                      <a:pt x="1380762" y="2046847"/>
                    </a:cubicBezTo>
                    <a:cubicBezTo>
                      <a:pt x="1388765" y="2045703"/>
                      <a:pt x="1397909" y="2043608"/>
                      <a:pt x="1404006" y="2038844"/>
                    </a:cubicBezTo>
                    <a:cubicBezTo>
                      <a:pt x="1445725" y="2006839"/>
                      <a:pt x="1496403" y="1997887"/>
                      <a:pt x="1544598" y="2000932"/>
                    </a:cubicBezTo>
                    <a:cubicBezTo>
                      <a:pt x="1582510" y="2003220"/>
                      <a:pt x="1619658" y="2004935"/>
                      <a:pt x="1657188" y="2001697"/>
                    </a:cubicBezTo>
                    <a:cubicBezTo>
                      <a:pt x="1660046" y="2001505"/>
                      <a:pt x="1663856" y="2001887"/>
                      <a:pt x="1665950" y="2003411"/>
                    </a:cubicBezTo>
                    <a:cubicBezTo>
                      <a:pt x="1678904" y="2013507"/>
                      <a:pt x="1692431" y="2014269"/>
                      <a:pt x="1709006" y="2015983"/>
                    </a:cubicBezTo>
                    <a:cubicBezTo>
                      <a:pt x="1732439" y="2018461"/>
                      <a:pt x="1753965" y="2016745"/>
                      <a:pt x="1775684" y="2012555"/>
                    </a:cubicBezTo>
                    <a:cubicBezTo>
                      <a:pt x="1791496" y="2009507"/>
                      <a:pt x="1807497" y="2003220"/>
                      <a:pt x="1821596" y="1995218"/>
                    </a:cubicBezTo>
                    <a:cubicBezTo>
                      <a:pt x="1841216" y="1983978"/>
                      <a:pt x="1860079" y="1979597"/>
                      <a:pt x="1878748" y="1994457"/>
                    </a:cubicBezTo>
                    <a:cubicBezTo>
                      <a:pt x="1898940" y="2010269"/>
                      <a:pt x="1921800" y="2004745"/>
                      <a:pt x="1944092" y="2005315"/>
                    </a:cubicBezTo>
                    <a:cubicBezTo>
                      <a:pt x="1953806" y="2005507"/>
                      <a:pt x="1964094" y="2005124"/>
                      <a:pt x="1973429" y="2007601"/>
                    </a:cubicBezTo>
                    <a:cubicBezTo>
                      <a:pt x="2000479" y="2014651"/>
                      <a:pt x="2026581" y="2025320"/>
                      <a:pt x="2054013" y="2030082"/>
                    </a:cubicBezTo>
                    <a:cubicBezTo>
                      <a:pt x="2069254" y="2032747"/>
                      <a:pt x="2086208" y="2027986"/>
                      <a:pt x="2102021" y="2024557"/>
                    </a:cubicBezTo>
                    <a:cubicBezTo>
                      <a:pt x="2118023" y="2020937"/>
                      <a:pt x="2133834" y="2015413"/>
                      <a:pt x="2149267" y="2009697"/>
                    </a:cubicBezTo>
                    <a:cubicBezTo>
                      <a:pt x="2159743" y="2005887"/>
                      <a:pt x="2171173" y="2002267"/>
                      <a:pt x="2179556" y="1995409"/>
                    </a:cubicBezTo>
                    <a:cubicBezTo>
                      <a:pt x="2198608" y="1979788"/>
                      <a:pt x="2218229" y="1977120"/>
                      <a:pt x="2240710" y="1985312"/>
                    </a:cubicBezTo>
                    <a:cubicBezTo>
                      <a:pt x="2244137" y="1986647"/>
                      <a:pt x="2248138" y="1986647"/>
                      <a:pt x="2251948" y="1986836"/>
                    </a:cubicBezTo>
                    <a:cubicBezTo>
                      <a:pt x="2312915" y="1990836"/>
                      <a:pt x="2373874" y="1993314"/>
                      <a:pt x="2434456" y="1999410"/>
                    </a:cubicBezTo>
                    <a:cubicBezTo>
                      <a:pt x="2459029" y="2001887"/>
                      <a:pt x="2482652" y="2012745"/>
                      <a:pt x="2506847" y="2019603"/>
                    </a:cubicBezTo>
                    <a:cubicBezTo>
                      <a:pt x="2511800" y="2020937"/>
                      <a:pt x="2517327" y="2023033"/>
                      <a:pt x="2522279" y="2022080"/>
                    </a:cubicBezTo>
                    <a:cubicBezTo>
                      <a:pt x="2576191" y="2012555"/>
                      <a:pt x="2626677" y="2026461"/>
                      <a:pt x="2676398" y="2044751"/>
                    </a:cubicBezTo>
                    <a:cubicBezTo>
                      <a:pt x="2681540" y="2046656"/>
                      <a:pt x="2687827" y="2046084"/>
                      <a:pt x="2693543" y="2045703"/>
                    </a:cubicBezTo>
                    <a:cubicBezTo>
                      <a:pt x="2709548" y="2044370"/>
                      <a:pt x="2726882" y="2037701"/>
                      <a:pt x="2741360" y="2041701"/>
                    </a:cubicBezTo>
                    <a:cubicBezTo>
                      <a:pt x="2779842" y="2052753"/>
                      <a:pt x="2817943" y="2066087"/>
                      <a:pt x="2854140" y="2082851"/>
                    </a:cubicBezTo>
                    <a:cubicBezTo>
                      <a:pt x="2890910" y="2099805"/>
                      <a:pt x="2925008" y="2114095"/>
                      <a:pt x="2967110" y="2096949"/>
                    </a:cubicBezTo>
                    <a:cubicBezTo>
                      <a:pt x="2985016" y="2089709"/>
                      <a:pt x="3008639" y="2094853"/>
                      <a:pt x="3029216" y="2096757"/>
                    </a:cubicBezTo>
                    <a:cubicBezTo>
                      <a:pt x="3044264" y="2098282"/>
                      <a:pt x="3058743" y="2106856"/>
                      <a:pt x="3073604" y="2106856"/>
                    </a:cubicBezTo>
                    <a:cubicBezTo>
                      <a:pt x="3113231" y="2106856"/>
                      <a:pt x="3148472" y="2116953"/>
                      <a:pt x="3182763" y="2137527"/>
                    </a:cubicBezTo>
                    <a:cubicBezTo>
                      <a:pt x="3196102" y="2145528"/>
                      <a:pt x="3216867" y="2140193"/>
                      <a:pt x="3234202" y="2142289"/>
                    </a:cubicBezTo>
                    <a:cubicBezTo>
                      <a:pt x="3252492" y="2144765"/>
                      <a:pt x="3271348" y="2147051"/>
                      <a:pt x="3288877" y="2152578"/>
                    </a:cubicBezTo>
                    <a:cubicBezTo>
                      <a:pt x="3334216" y="2167056"/>
                      <a:pt x="3378986" y="2183439"/>
                      <a:pt x="3424135" y="2198680"/>
                    </a:cubicBezTo>
                    <a:cubicBezTo>
                      <a:pt x="3461282" y="2211253"/>
                      <a:pt x="3497862" y="2201347"/>
                      <a:pt x="3534629" y="2196013"/>
                    </a:cubicBezTo>
                    <a:cubicBezTo>
                      <a:pt x="3557682" y="2192583"/>
                      <a:pt x="3579206" y="2184391"/>
                      <a:pt x="3605116" y="2196583"/>
                    </a:cubicBezTo>
                    <a:cubicBezTo>
                      <a:pt x="3629882" y="2208205"/>
                      <a:pt x="3661315" y="2205537"/>
                      <a:pt x="3689131" y="2211824"/>
                    </a:cubicBezTo>
                    <a:cubicBezTo>
                      <a:pt x="3712565" y="2217157"/>
                      <a:pt x="3735231" y="2225732"/>
                      <a:pt x="3757902" y="2234114"/>
                    </a:cubicBezTo>
                    <a:cubicBezTo>
                      <a:pt x="3788766" y="2245545"/>
                      <a:pt x="3819245" y="2257545"/>
                      <a:pt x="3852966" y="2251831"/>
                    </a:cubicBezTo>
                    <a:cubicBezTo>
                      <a:pt x="3891259" y="2245353"/>
                      <a:pt x="3917546" y="2269738"/>
                      <a:pt x="3947648" y="2285932"/>
                    </a:cubicBezTo>
                    <a:cubicBezTo>
                      <a:pt x="3968414" y="2296980"/>
                      <a:pt x="3991083" y="2305172"/>
                      <a:pt x="4013753" y="2312031"/>
                    </a:cubicBezTo>
                    <a:cubicBezTo>
                      <a:pt x="4044043" y="2320985"/>
                      <a:pt x="4075285" y="2326320"/>
                      <a:pt x="4105766" y="2335082"/>
                    </a:cubicBezTo>
                    <a:cubicBezTo>
                      <a:pt x="4151870" y="2348226"/>
                      <a:pt x="4198546" y="2358514"/>
                      <a:pt x="4246551" y="2351274"/>
                    </a:cubicBezTo>
                    <a:cubicBezTo>
                      <a:pt x="4268649" y="2348036"/>
                      <a:pt x="4289227" y="2348226"/>
                      <a:pt x="4311323" y="2352991"/>
                    </a:cubicBezTo>
                    <a:cubicBezTo>
                      <a:pt x="4347518" y="2360801"/>
                      <a:pt x="4384668" y="2361753"/>
                      <a:pt x="4413817" y="2390899"/>
                    </a:cubicBezTo>
                    <a:cubicBezTo>
                      <a:pt x="4424104" y="2401188"/>
                      <a:pt x="4442581" y="2403853"/>
                      <a:pt x="4457632" y="2409188"/>
                    </a:cubicBezTo>
                    <a:cubicBezTo>
                      <a:pt x="4474969" y="2415476"/>
                      <a:pt x="4487731" y="2412236"/>
                      <a:pt x="4497068" y="2393947"/>
                    </a:cubicBezTo>
                    <a:cubicBezTo>
                      <a:pt x="4501257" y="2385757"/>
                      <a:pt x="4513260" y="2377755"/>
                      <a:pt x="4522596" y="2376421"/>
                    </a:cubicBezTo>
                    <a:cubicBezTo>
                      <a:pt x="4550599" y="2372421"/>
                      <a:pt x="4576318" y="2378327"/>
                      <a:pt x="4603368" y="2391282"/>
                    </a:cubicBezTo>
                    <a:cubicBezTo>
                      <a:pt x="4628705" y="2403474"/>
                      <a:pt x="4660331" y="2402140"/>
                      <a:pt x="4689098" y="2406903"/>
                    </a:cubicBezTo>
                    <a:cubicBezTo>
                      <a:pt x="4699289" y="2408618"/>
                      <a:pt x="4709482" y="2411237"/>
                      <a:pt x="4719697" y="2413428"/>
                    </a:cubicBezTo>
                    <a:lnTo>
                      <a:pt x="4726469" y="2414298"/>
                    </a:lnTo>
                    <a:lnTo>
                      <a:pt x="4785776" y="2414298"/>
                    </a:lnTo>
                    <a:lnTo>
                      <a:pt x="4788661" y="2414047"/>
                    </a:lnTo>
                    <a:cubicBezTo>
                      <a:pt x="4801401" y="2412237"/>
                      <a:pt x="4814166" y="2410142"/>
                      <a:pt x="4827024" y="2408999"/>
                    </a:cubicBezTo>
                    <a:cubicBezTo>
                      <a:pt x="4847027" y="2407095"/>
                      <a:pt x="4867412" y="2407856"/>
                      <a:pt x="4887415" y="2405570"/>
                    </a:cubicBezTo>
                    <a:cubicBezTo>
                      <a:pt x="4903799" y="2403853"/>
                      <a:pt x="4919991" y="2399474"/>
                      <a:pt x="4936184" y="2395853"/>
                    </a:cubicBezTo>
                    <a:cubicBezTo>
                      <a:pt x="4942089" y="2394520"/>
                      <a:pt x="4947996" y="2389376"/>
                      <a:pt x="4953328" y="2390138"/>
                    </a:cubicBezTo>
                    <a:cubicBezTo>
                      <a:pt x="5006292" y="2398330"/>
                      <a:pt x="5044391" y="2361753"/>
                      <a:pt x="5089162" y="2345560"/>
                    </a:cubicBezTo>
                    <a:cubicBezTo>
                      <a:pt x="5136216" y="2328413"/>
                      <a:pt x="5181748" y="2302124"/>
                      <a:pt x="5234326" y="2309935"/>
                    </a:cubicBezTo>
                    <a:cubicBezTo>
                      <a:pt x="5266141" y="2314697"/>
                      <a:pt x="5296812" y="2325747"/>
                      <a:pt x="5328438" y="2332416"/>
                    </a:cubicBezTo>
                    <a:cubicBezTo>
                      <a:pt x="5339677" y="2334701"/>
                      <a:pt x="5352250" y="2334320"/>
                      <a:pt x="5363491" y="2332034"/>
                    </a:cubicBezTo>
                    <a:cubicBezTo>
                      <a:pt x="5417784" y="2321555"/>
                      <a:pt x="5471316" y="2320032"/>
                      <a:pt x="5524660" y="2337178"/>
                    </a:cubicBezTo>
                    <a:cubicBezTo>
                      <a:pt x="5533802" y="2340036"/>
                      <a:pt x="5543518" y="2342701"/>
                      <a:pt x="5553045" y="2342701"/>
                    </a:cubicBezTo>
                    <a:cubicBezTo>
                      <a:pt x="5605244" y="2342701"/>
                      <a:pt x="5656488" y="2338701"/>
                      <a:pt x="5706401" y="2320032"/>
                    </a:cubicBezTo>
                    <a:cubicBezTo>
                      <a:pt x="5723166" y="2313745"/>
                      <a:pt x="5743551" y="2317745"/>
                      <a:pt x="5762029" y="2316221"/>
                    </a:cubicBezTo>
                    <a:cubicBezTo>
                      <a:pt x="5779174" y="2314889"/>
                      <a:pt x="5796702" y="2314317"/>
                      <a:pt x="5813276" y="2309935"/>
                    </a:cubicBezTo>
                    <a:cubicBezTo>
                      <a:pt x="5837472" y="2303459"/>
                      <a:pt x="5859949" y="2302697"/>
                      <a:pt x="5884906" y="2308411"/>
                    </a:cubicBezTo>
                    <a:cubicBezTo>
                      <a:pt x="5908719" y="2313745"/>
                      <a:pt x="5934438" y="2311079"/>
                      <a:pt x="5959204" y="2311269"/>
                    </a:cubicBezTo>
                    <a:cubicBezTo>
                      <a:pt x="5986828" y="2311459"/>
                      <a:pt x="6014449" y="2311649"/>
                      <a:pt x="6042072" y="2310697"/>
                    </a:cubicBezTo>
                    <a:cubicBezTo>
                      <a:pt x="6053124" y="2310317"/>
                      <a:pt x="6065695" y="2302697"/>
                      <a:pt x="6074842" y="2305745"/>
                    </a:cubicBezTo>
                    <a:cubicBezTo>
                      <a:pt x="6104368" y="2316031"/>
                      <a:pt x="6133897" y="2303649"/>
                      <a:pt x="6163425" y="2309172"/>
                    </a:cubicBezTo>
                    <a:cubicBezTo>
                      <a:pt x="6177905" y="2312031"/>
                      <a:pt x="6194288" y="2304220"/>
                      <a:pt x="6209909" y="2303459"/>
                    </a:cubicBezTo>
                    <a:cubicBezTo>
                      <a:pt x="6235437" y="2302124"/>
                      <a:pt x="6260964" y="2302697"/>
                      <a:pt x="6286493" y="2302315"/>
                    </a:cubicBezTo>
                    <a:cubicBezTo>
                      <a:pt x="6294876" y="2302124"/>
                      <a:pt x="6303068" y="2301362"/>
                      <a:pt x="6311449" y="2300980"/>
                    </a:cubicBezTo>
                    <a:cubicBezTo>
                      <a:pt x="6318880" y="2300601"/>
                      <a:pt x="6326691" y="2298887"/>
                      <a:pt x="6333739" y="2300218"/>
                    </a:cubicBezTo>
                    <a:cubicBezTo>
                      <a:pt x="6359268" y="2304983"/>
                      <a:pt x="6384414" y="2312793"/>
                      <a:pt x="6410131" y="2315841"/>
                    </a:cubicBezTo>
                    <a:cubicBezTo>
                      <a:pt x="6432420" y="2318507"/>
                      <a:pt x="6455472" y="2314889"/>
                      <a:pt x="6477951" y="2316793"/>
                    </a:cubicBezTo>
                    <a:cubicBezTo>
                      <a:pt x="6517576" y="2320032"/>
                      <a:pt x="6557201" y="2325747"/>
                      <a:pt x="6596828" y="2329368"/>
                    </a:cubicBezTo>
                    <a:cubicBezTo>
                      <a:pt x="6605401" y="2330130"/>
                      <a:pt x="6614353" y="2325365"/>
                      <a:pt x="6623118" y="2324985"/>
                    </a:cubicBezTo>
                    <a:cubicBezTo>
                      <a:pt x="6650551" y="2324033"/>
                      <a:pt x="6677984" y="2323841"/>
                      <a:pt x="6705417" y="2323272"/>
                    </a:cubicBezTo>
                    <a:cubicBezTo>
                      <a:pt x="6721038" y="2323080"/>
                      <a:pt x="6736851" y="2323651"/>
                      <a:pt x="6752283" y="2321937"/>
                    </a:cubicBezTo>
                    <a:cubicBezTo>
                      <a:pt x="6772665" y="2319651"/>
                      <a:pt x="6791144" y="2316221"/>
                      <a:pt x="6810195" y="2331082"/>
                    </a:cubicBezTo>
                    <a:cubicBezTo>
                      <a:pt x="6839534" y="2354132"/>
                      <a:pt x="6876872" y="2345178"/>
                      <a:pt x="6910782" y="2350512"/>
                    </a:cubicBezTo>
                    <a:cubicBezTo>
                      <a:pt x="6919547" y="2351847"/>
                      <a:pt x="6928501" y="2352036"/>
                      <a:pt x="6937263" y="2353561"/>
                    </a:cubicBezTo>
                    <a:cubicBezTo>
                      <a:pt x="6953457" y="2356418"/>
                      <a:pt x="6969457" y="2359657"/>
                      <a:pt x="6985653" y="2362897"/>
                    </a:cubicBezTo>
                    <a:cubicBezTo>
                      <a:pt x="6988509" y="2363467"/>
                      <a:pt x="6991747" y="2363659"/>
                      <a:pt x="6994415" y="2364611"/>
                    </a:cubicBezTo>
                    <a:cubicBezTo>
                      <a:pt x="7018991" y="2372611"/>
                      <a:pt x="7043184" y="2381755"/>
                      <a:pt x="7068141" y="2388234"/>
                    </a:cubicBezTo>
                    <a:cubicBezTo>
                      <a:pt x="7080334" y="2391472"/>
                      <a:pt x="7093860" y="2391853"/>
                      <a:pt x="7106432" y="2390138"/>
                    </a:cubicBezTo>
                    <a:cubicBezTo>
                      <a:pt x="7143199" y="2385185"/>
                      <a:pt x="7179587" y="2383089"/>
                      <a:pt x="7216547" y="2390330"/>
                    </a:cubicBezTo>
                    <a:cubicBezTo>
                      <a:pt x="7231214" y="2393186"/>
                      <a:pt x="7247599" y="2388424"/>
                      <a:pt x="7263220" y="2386709"/>
                    </a:cubicBezTo>
                    <a:cubicBezTo>
                      <a:pt x="7300559" y="2382137"/>
                      <a:pt x="7337899" y="2377183"/>
                      <a:pt x="7375428" y="2372803"/>
                    </a:cubicBezTo>
                    <a:cubicBezTo>
                      <a:pt x="7398860" y="2370135"/>
                      <a:pt x="7422483" y="2368611"/>
                      <a:pt x="7445916" y="2365945"/>
                    </a:cubicBezTo>
                    <a:cubicBezTo>
                      <a:pt x="7472967" y="2362705"/>
                      <a:pt x="7499828" y="2357753"/>
                      <a:pt x="7526880" y="2355084"/>
                    </a:cubicBezTo>
                    <a:cubicBezTo>
                      <a:pt x="7557742" y="2352036"/>
                      <a:pt x="7588795" y="2351466"/>
                      <a:pt x="7619655" y="2348226"/>
                    </a:cubicBezTo>
                    <a:cubicBezTo>
                      <a:pt x="7676047" y="2341940"/>
                      <a:pt x="7732247" y="2334509"/>
                      <a:pt x="7788636" y="2327461"/>
                    </a:cubicBezTo>
                    <a:cubicBezTo>
                      <a:pt x="7843311" y="2320603"/>
                      <a:pt x="7897987" y="2314507"/>
                      <a:pt x="7952280" y="2305935"/>
                    </a:cubicBezTo>
                    <a:cubicBezTo>
                      <a:pt x="7975142" y="2302315"/>
                      <a:pt x="7996859" y="2292408"/>
                      <a:pt x="8019339" y="2286884"/>
                    </a:cubicBezTo>
                    <a:cubicBezTo>
                      <a:pt x="8058774" y="2277357"/>
                      <a:pt x="8098590" y="2269357"/>
                      <a:pt x="8137835" y="2259832"/>
                    </a:cubicBezTo>
                    <a:cubicBezTo>
                      <a:pt x="8155359" y="2255641"/>
                      <a:pt x="8172124" y="2248593"/>
                      <a:pt x="8189651" y="2243639"/>
                    </a:cubicBezTo>
                    <a:cubicBezTo>
                      <a:pt x="8230992" y="2232208"/>
                      <a:pt x="8272903" y="2222874"/>
                      <a:pt x="8313671" y="2209920"/>
                    </a:cubicBezTo>
                    <a:cubicBezTo>
                      <a:pt x="8362822" y="2194297"/>
                      <a:pt x="8411019" y="2175439"/>
                      <a:pt x="8459979" y="2158864"/>
                    </a:cubicBezTo>
                    <a:cubicBezTo>
                      <a:pt x="8478269" y="2152578"/>
                      <a:pt x="8497511" y="2148957"/>
                      <a:pt x="8516369" y="2144003"/>
                    </a:cubicBezTo>
                    <a:cubicBezTo>
                      <a:pt x="8563425" y="2131431"/>
                      <a:pt x="8610288" y="2118095"/>
                      <a:pt x="8657726" y="2106284"/>
                    </a:cubicBezTo>
                    <a:cubicBezTo>
                      <a:pt x="8675253" y="2101901"/>
                      <a:pt x="8693731" y="2102284"/>
                      <a:pt x="8711448" y="2098664"/>
                    </a:cubicBezTo>
                    <a:cubicBezTo>
                      <a:pt x="8732023" y="2094472"/>
                      <a:pt x="8752407" y="2089138"/>
                      <a:pt x="8772219" y="2082280"/>
                    </a:cubicBezTo>
                    <a:cubicBezTo>
                      <a:pt x="8796985" y="2073707"/>
                      <a:pt x="8820990" y="2062659"/>
                      <a:pt x="8845565" y="2053705"/>
                    </a:cubicBezTo>
                    <a:cubicBezTo>
                      <a:pt x="8886142" y="2039034"/>
                      <a:pt x="8926911" y="2024557"/>
                      <a:pt x="8967871" y="2011221"/>
                    </a:cubicBezTo>
                    <a:cubicBezTo>
                      <a:pt x="8983301" y="2006268"/>
                      <a:pt x="9000257" y="2005697"/>
                      <a:pt x="9015878" y="2001124"/>
                    </a:cubicBezTo>
                    <a:cubicBezTo>
                      <a:pt x="9088840" y="1979597"/>
                      <a:pt x="9161805" y="1957880"/>
                      <a:pt x="9234579" y="1935209"/>
                    </a:cubicBezTo>
                    <a:cubicBezTo>
                      <a:pt x="9272298" y="1923399"/>
                      <a:pt x="9308875" y="1908538"/>
                      <a:pt x="9346597" y="1896917"/>
                    </a:cubicBezTo>
                    <a:cubicBezTo>
                      <a:pt x="9369267" y="1889869"/>
                      <a:pt x="9393650" y="1887773"/>
                      <a:pt x="9416321" y="1880724"/>
                    </a:cubicBezTo>
                    <a:cubicBezTo>
                      <a:pt x="9437278" y="1874247"/>
                      <a:pt x="9456709" y="1863578"/>
                      <a:pt x="9477283" y="1856149"/>
                    </a:cubicBezTo>
                    <a:cubicBezTo>
                      <a:pt x="9540152" y="1833097"/>
                      <a:pt x="9603971" y="1811953"/>
                      <a:pt x="9666265" y="1787186"/>
                    </a:cubicBezTo>
                    <a:cubicBezTo>
                      <a:pt x="9696749" y="1775183"/>
                      <a:pt x="9725323" y="1757849"/>
                      <a:pt x="9754088" y="1741464"/>
                    </a:cubicBezTo>
                    <a:cubicBezTo>
                      <a:pt x="9802858" y="1713841"/>
                      <a:pt x="9850865" y="1685074"/>
                      <a:pt x="9899446" y="1656880"/>
                    </a:cubicBezTo>
                    <a:cubicBezTo>
                      <a:pt x="9935832" y="1635924"/>
                      <a:pt x="9968027" y="1611347"/>
                      <a:pt x="9993175" y="1576487"/>
                    </a:cubicBezTo>
                    <a:cubicBezTo>
                      <a:pt x="10004797" y="1560484"/>
                      <a:pt x="10024990" y="1546768"/>
                      <a:pt x="10044230" y="1540480"/>
                    </a:cubicBezTo>
                    <a:cubicBezTo>
                      <a:pt x="10078713" y="1529241"/>
                      <a:pt x="10104430" y="1507522"/>
                      <a:pt x="10131863" y="1485613"/>
                    </a:cubicBezTo>
                    <a:cubicBezTo>
                      <a:pt x="10166536" y="1457801"/>
                      <a:pt x="10203304" y="1431509"/>
                      <a:pt x="10242357" y="1410555"/>
                    </a:cubicBezTo>
                    <a:cubicBezTo>
                      <a:pt x="10280840" y="1389980"/>
                      <a:pt x="10324086" y="1378549"/>
                      <a:pt x="10363709" y="1359499"/>
                    </a:cubicBezTo>
                    <a:cubicBezTo>
                      <a:pt x="10386952" y="1348259"/>
                      <a:pt x="10407146" y="1330353"/>
                      <a:pt x="10428291" y="1314920"/>
                    </a:cubicBezTo>
                    <a:cubicBezTo>
                      <a:pt x="10449438" y="1299489"/>
                      <a:pt x="10470394" y="1283486"/>
                      <a:pt x="10490969" y="1267104"/>
                    </a:cubicBezTo>
                    <a:cubicBezTo>
                      <a:pt x="10502208" y="1258149"/>
                      <a:pt x="10511734" y="1246909"/>
                      <a:pt x="10523354" y="1238337"/>
                    </a:cubicBezTo>
                    <a:cubicBezTo>
                      <a:pt x="10545263" y="1222334"/>
                      <a:pt x="10569075" y="1208808"/>
                      <a:pt x="10590031" y="1191664"/>
                    </a:cubicBezTo>
                    <a:cubicBezTo>
                      <a:pt x="10610225" y="1175089"/>
                      <a:pt x="10633467" y="1166707"/>
                      <a:pt x="10656519" y="1156038"/>
                    </a:cubicBezTo>
                    <a:cubicBezTo>
                      <a:pt x="10674046" y="1148036"/>
                      <a:pt x="10686617" y="1130320"/>
                      <a:pt x="10703573" y="1120603"/>
                    </a:cubicBezTo>
                    <a:cubicBezTo>
                      <a:pt x="10727767" y="1106697"/>
                      <a:pt x="10746246" y="1089553"/>
                      <a:pt x="10764534" y="1067643"/>
                    </a:cubicBezTo>
                    <a:cubicBezTo>
                      <a:pt x="10785111" y="1043068"/>
                      <a:pt x="10820162" y="1029732"/>
                      <a:pt x="10850453" y="1014301"/>
                    </a:cubicBezTo>
                    <a:cubicBezTo>
                      <a:pt x="10876171" y="1001157"/>
                      <a:pt x="10906081" y="995632"/>
                      <a:pt x="10929704" y="980201"/>
                    </a:cubicBezTo>
                    <a:cubicBezTo>
                      <a:pt x="10946279" y="969342"/>
                      <a:pt x="10958661" y="948957"/>
                      <a:pt x="10967423" y="930289"/>
                    </a:cubicBezTo>
                    <a:cubicBezTo>
                      <a:pt x="10987046" y="887995"/>
                      <a:pt x="11021146" y="861897"/>
                      <a:pt x="11058869" y="838084"/>
                    </a:cubicBezTo>
                    <a:cubicBezTo>
                      <a:pt x="11097350" y="813699"/>
                      <a:pt x="11133927" y="786836"/>
                      <a:pt x="11172600" y="762834"/>
                    </a:cubicBezTo>
                    <a:cubicBezTo>
                      <a:pt x="11211843" y="738638"/>
                      <a:pt x="11243658" y="706443"/>
                      <a:pt x="11275283" y="673676"/>
                    </a:cubicBezTo>
                    <a:cubicBezTo>
                      <a:pt x="11288238" y="660150"/>
                      <a:pt x="11305192" y="650434"/>
                      <a:pt x="11320623" y="639195"/>
                    </a:cubicBezTo>
                    <a:cubicBezTo>
                      <a:pt x="11338339" y="626241"/>
                      <a:pt x="11355296" y="611953"/>
                      <a:pt x="11374346" y="601664"/>
                    </a:cubicBezTo>
                    <a:cubicBezTo>
                      <a:pt x="11398160" y="588709"/>
                      <a:pt x="11424069" y="579757"/>
                      <a:pt x="11448453" y="567755"/>
                    </a:cubicBezTo>
                    <a:cubicBezTo>
                      <a:pt x="11476838" y="553657"/>
                      <a:pt x="11505795" y="539750"/>
                      <a:pt x="11532275" y="522605"/>
                    </a:cubicBezTo>
                    <a:cubicBezTo>
                      <a:pt x="11545039" y="514413"/>
                      <a:pt x="11553613" y="499363"/>
                      <a:pt x="11562947" y="486598"/>
                    </a:cubicBezTo>
                    <a:cubicBezTo>
                      <a:pt x="11599714" y="436305"/>
                      <a:pt x="11635529" y="385441"/>
                      <a:pt x="11672489" y="335337"/>
                    </a:cubicBezTo>
                    <a:cubicBezTo>
                      <a:pt x="11712304" y="281424"/>
                      <a:pt x="11763931" y="241608"/>
                      <a:pt x="11821656" y="207889"/>
                    </a:cubicBezTo>
                    <a:cubicBezTo>
                      <a:pt x="11877664" y="175312"/>
                      <a:pt x="11931195" y="138734"/>
                      <a:pt x="11986443" y="104824"/>
                    </a:cubicBezTo>
                    <a:cubicBezTo>
                      <a:pt x="11998443" y="97395"/>
                      <a:pt x="12013114" y="94347"/>
                      <a:pt x="12026448" y="88821"/>
                    </a:cubicBezTo>
                    <a:cubicBezTo>
                      <a:pt x="12072360" y="69580"/>
                      <a:pt x="12118083" y="50147"/>
                      <a:pt x="12160947" y="28621"/>
                    </a:cubicBezTo>
                    <a:lnTo>
                      <a:pt x="12192000" y="0"/>
                    </a:lnTo>
                    <a:close/>
                  </a:path>
                </a:pathLst>
              </a:custGeom>
              <a:solidFill>
                <a:schemeClr val="bg1">
                  <a:alpha val="14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nvGrpSpPr>
            <p:cNvPr id="12" name="Group 11">
              <a:extLst>
                <a:ext uri="{FF2B5EF4-FFF2-40B4-BE49-F238E27FC236}">
                  <a16:creationId xmlns:a16="http://schemas.microsoft.com/office/drawing/2014/main" id="{05148B0F-801C-45A1-80C1-EEC25A22A7C6}"/>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544" y="3296011"/>
              <a:ext cx="12191456" cy="2849975"/>
              <a:chOff x="544" y="3296011"/>
              <a:chExt cx="12191456" cy="2849975"/>
            </a:xfrm>
          </p:grpSpPr>
          <p:sp>
            <p:nvSpPr>
              <p:cNvPr id="13" name="Freeform: Shape 12">
                <a:extLst>
                  <a:ext uri="{FF2B5EF4-FFF2-40B4-BE49-F238E27FC236}">
                    <a16:creationId xmlns:a16="http://schemas.microsoft.com/office/drawing/2014/main" id="{E7715ED9-C8CE-4651-82AA-1C4B5F14A0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4" y="3296011"/>
                <a:ext cx="12191456" cy="2849975"/>
              </a:xfrm>
              <a:custGeom>
                <a:avLst/>
                <a:gdLst>
                  <a:gd name="connsiteX0" fmla="*/ 6095524 w 6095524"/>
                  <a:gd name="connsiteY0" fmla="*/ 0 h 1424940"/>
                  <a:gd name="connsiteX1" fmla="*/ 6095524 w 6095524"/>
                  <a:gd name="connsiteY1" fmla="*/ 17431 h 1424940"/>
                  <a:gd name="connsiteX2" fmla="*/ 6095524 w 6095524"/>
                  <a:gd name="connsiteY2" fmla="*/ 216290 h 1424940"/>
                  <a:gd name="connsiteX3" fmla="*/ 6079998 w 6095524"/>
                  <a:gd name="connsiteY3" fmla="*/ 230600 h 1424940"/>
                  <a:gd name="connsiteX4" fmla="*/ 6012751 w 6095524"/>
                  <a:gd name="connsiteY4" fmla="*/ 260699 h 1424940"/>
                  <a:gd name="connsiteX5" fmla="*/ 5992749 w 6095524"/>
                  <a:gd name="connsiteY5" fmla="*/ 268700 h 1424940"/>
                  <a:gd name="connsiteX6" fmla="*/ 5910358 w 6095524"/>
                  <a:gd name="connsiteY6" fmla="*/ 320231 h 1424940"/>
                  <a:gd name="connsiteX7" fmla="*/ 5835777 w 6095524"/>
                  <a:gd name="connsiteY7" fmla="*/ 383953 h 1424940"/>
                  <a:gd name="connsiteX8" fmla="*/ 5781008 w 6095524"/>
                  <a:gd name="connsiteY8" fmla="*/ 459581 h 1424940"/>
                  <a:gd name="connsiteX9" fmla="*/ 5765673 w 6095524"/>
                  <a:gd name="connsiteY9" fmla="*/ 477584 h 1424940"/>
                  <a:gd name="connsiteX10" fmla="*/ 5723763 w 6095524"/>
                  <a:gd name="connsiteY10" fmla="*/ 500158 h 1424940"/>
                  <a:gd name="connsiteX11" fmla="*/ 5686711 w 6095524"/>
                  <a:gd name="connsiteY11" fmla="*/ 517112 h 1424940"/>
                  <a:gd name="connsiteX12" fmla="*/ 5659850 w 6095524"/>
                  <a:gd name="connsiteY12" fmla="*/ 535877 h 1424940"/>
                  <a:gd name="connsiteX13" fmla="*/ 5637181 w 6095524"/>
                  <a:gd name="connsiteY13" fmla="*/ 553117 h 1424940"/>
                  <a:gd name="connsiteX14" fmla="*/ 5585841 w 6095524"/>
                  <a:gd name="connsiteY14" fmla="*/ 597694 h 1424940"/>
                  <a:gd name="connsiteX15" fmla="*/ 5528977 w 6095524"/>
                  <a:gd name="connsiteY15" fmla="*/ 635318 h 1424940"/>
                  <a:gd name="connsiteX16" fmla="*/ 5483256 w 6095524"/>
                  <a:gd name="connsiteY16" fmla="*/ 681419 h 1424940"/>
                  <a:gd name="connsiteX17" fmla="*/ 5464397 w 6095524"/>
                  <a:gd name="connsiteY17" fmla="*/ 706374 h 1424940"/>
                  <a:gd name="connsiteX18" fmla="*/ 5424773 w 6095524"/>
                  <a:gd name="connsiteY18" fmla="*/ 723424 h 1424940"/>
                  <a:gd name="connsiteX19" fmla="*/ 5381815 w 6095524"/>
                  <a:gd name="connsiteY19" fmla="*/ 750094 h 1424940"/>
                  <a:gd name="connsiteX20" fmla="*/ 5351335 w 6095524"/>
                  <a:gd name="connsiteY20" fmla="*/ 776573 h 1424940"/>
                  <a:gd name="connsiteX21" fmla="*/ 5327809 w 6095524"/>
                  <a:gd name="connsiteY21" fmla="*/ 794290 h 1424940"/>
                  <a:gd name="connsiteX22" fmla="*/ 5294566 w 6095524"/>
                  <a:gd name="connsiteY22" fmla="*/ 812102 h 1424940"/>
                  <a:gd name="connsiteX23" fmla="*/ 5261229 w 6095524"/>
                  <a:gd name="connsiteY23" fmla="*/ 835438 h 1424940"/>
                  <a:gd name="connsiteX24" fmla="*/ 5245037 w 6095524"/>
                  <a:gd name="connsiteY24" fmla="*/ 849821 h 1424940"/>
                  <a:gd name="connsiteX25" fmla="*/ 5213699 w 6095524"/>
                  <a:gd name="connsiteY25" fmla="*/ 873728 h 1424940"/>
                  <a:gd name="connsiteX26" fmla="*/ 5181409 w 6095524"/>
                  <a:gd name="connsiteY26" fmla="*/ 896017 h 1424940"/>
                  <a:gd name="connsiteX27" fmla="*/ 5120735 w 6095524"/>
                  <a:gd name="connsiteY27" fmla="*/ 921544 h 1424940"/>
                  <a:gd name="connsiteX28" fmla="*/ 5065490 w 6095524"/>
                  <a:gd name="connsiteY28" fmla="*/ 959072 h 1424940"/>
                  <a:gd name="connsiteX29" fmla="*/ 5021675 w 6095524"/>
                  <a:gd name="connsiteY29" fmla="*/ 986504 h 1424940"/>
                  <a:gd name="connsiteX30" fmla="*/ 4996148 w 6095524"/>
                  <a:gd name="connsiteY30" fmla="*/ 1004507 h 1424940"/>
                  <a:gd name="connsiteX31" fmla="*/ 4949285 w 6095524"/>
                  <a:gd name="connsiteY31" fmla="*/ 1044702 h 1424940"/>
                  <a:gd name="connsiteX32" fmla="*/ 4876609 w 6095524"/>
                  <a:gd name="connsiteY32" fmla="*/ 1086993 h 1424940"/>
                  <a:gd name="connsiteX33" fmla="*/ 4832699 w 6095524"/>
                  <a:gd name="connsiteY33" fmla="*/ 1109853 h 1424940"/>
                  <a:gd name="connsiteX34" fmla="*/ 4738211 w 6095524"/>
                  <a:gd name="connsiteY34" fmla="*/ 1144334 h 1424940"/>
                  <a:gd name="connsiteX35" fmla="*/ 4707731 w 6095524"/>
                  <a:gd name="connsiteY35" fmla="*/ 1156621 h 1424940"/>
                  <a:gd name="connsiteX36" fmla="*/ 4672870 w 6095524"/>
                  <a:gd name="connsiteY36" fmla="*/ 1164717 h 1424940"/>
                  <a:gd name="connsiteX37" fmla="*/ 4616863 w 6095524"/>
                  <a:gd name="connsiteY37" fmla="*/ 1183862 h 1424940"/>
                  <a:gd name="connsiteX38" fmla="*/ 4507516 w 6095524"/>
                  <a:gd name="connsiteY38" fmla="*/ 1216819 h 1424940"/>
                  <a:gd name="connsiteX39" fmla="*/ 4483513 w 6095524"/>
                  <a:gd name="connsiteY39" fmla="*/ 1221867 h 1424940"/>
                  <a:gd name="connsiteX40" fmla="*/ 4422362 w 6095524"/>
                  <a:gd name="connsiteY40" fmla="*/ 1243108 h 1424940"/>
                  <a:gd name="connsiteX41" fmla="*/ 4385691 w 6095524"/>
                  <a:gd name="connsiteY41" fmla="*/ 1257395 h 1424940"/>
                  <a:gd name="connsiteX42" fmla="*/ 4355306 w 6095524"/>
                  <a:gd name="connsiteY42" fmla="*/ 1265587 h 1424940"/>
                  <a:gd name="connsiteX43" fmla="*/ 4328446 w 6095524"/>
                  <a:gd name="connsiteY43" fmla="*/ 1269397 h 1424940"/>
                  <a:gd name="connsiteX44" fmla="*/ 4257770 w 6095524"/>
                  <a:gd name="connsiteY44" fmla="*/ 1288256 h 1424940"/>
                  <a:gd name="connsiteX45" fmla="*/ 4229576 w 6095524"/>
                  <a:gd name="connsiteY45" fmla="*/ 1295686 h 1424940"/>
                  <a:gd name="connsiteX46" fmla="*/ 4156424 w 6095524"/>
                  <a:gd name="connsiteY46" fmla="*/ 1321213 h 1424940"/>
                  <a:gd name="connsiteX47" fmla="*/ 4094416 w 6095524"/>
                  <a:gd name="connsiteY47" fmla="*/ 1338072 h 1424940"/>
                  <a:gd name="connsiteX48" fmla="*/ 4068509 w 6095524"/>
                  <a:gd name="connsiteY48" fmla="*/ 1346168 h 1424940"/>
                  <a:gd name="connsiteX49" fmla="*/ 4009263 w 6095524"/>
                  <a:gd name="connsiteY49" fmla="*/ 1359694 h 1424940"/>
                  <a:gd name="connsiteX50" fmla="*/ 3975735 w 6095524"/>
                  <a:gd name="connsiteY50" fmla="*/ 1369219 h 1424940"/>
                  <a:gd name="connsiteX51" fmla="*/ 3893915 w 6095524"/>
                  <a:gd name="connsiteY51" fmla="*/ 1379982 h 1424940"/>
                  <a:gd name="connsiteX52" fmla="*/ 3809428 w 6095524"/>
                  <a:gd name="connsiteY52" fmla="*/ 1390364 h 1424940"/>
                  <a:gd name="connsiteX53" fmla="*/ 3763042 w 6095524"/>
                  <a:gd name="connsiteY53" fmla="*/ 1393793 h 1424940"/>
                  <a:gd name="connsiteX54" fmla="*/ 3722561 w 6095524"/>
                  <a:gd name="connsiteY54" fmla="*/ 1399223 h 1424940"/>
                  <a:gd name="connsiteX55" fmla="*/ 3687318 w 6095524"/>
                  <a:gd name="connsiteY55" fmla="*/ 1402652 h 1424940"/>
                  <a:gd name="connsiteX56" fmla="*/ 3631216 w 6095524"/>
                  <a:gd name="connsiteY56" fmla="*/ 1409605 h 1424940"/>
                  <a:gd name="connsiteX57" fmla="*/ 3607880 w 6095524"/>
                  <a:gd name="connsiteY57" fmla="*/ 1411415 h 1424940"/>
                  <a:gd name="connsiteX58" fmla="*/ 3552825 w 6095524"/>
                  <a:gd name="connsiteY58" fmla="*/ 1411319 h 1424940"/>
                  <a:gd name="connsiteX59" fmla="*/ 3533680 w 6095524"/>
                  <a:gd name="connsiteY59" fmla="*/ 1410367 h 1424940"/>
                  <a:gd name="connsiteX60" fmla="*/ 3496818 w 6095524"/>
                  <a:gd name="connsiteY60" fmla="*/ 1398556 h 1424940"/>
                  <a:gd name="connsiteX61" fmla="*/ 3492437 w 6095524"/>
                  <a:gd name="connsiteY61" fmla="*/ 1397699 h 1424940"/>
                  <a:gd name="connsiteX62" fmla="*/ 3468243 w 6095524"/>
                  <a:gd name="connsiteY62" fmla="*/ 1393031 h 1424940"/>
                  <a:gd name="connsiteX63" fmla="*/ 3455003 w 6095524"/>
                  <a:gd name="connsiteY63" fmla="*/ 1391507 h 1424940"/>
                  <a:gd name="connsiteX64" fmla="*/ 3404711 w 6095524"/>
                  <a:gd name="connsiteY64" fmla="*/ 1381792 h 1424940"/>
                  <a:gd name="connsiteX65" fmla="*/ 3375756 w 6095524"/>
                  <a:gd name="connsiteY65" fmla="*/ 1377220 h 1424940"/>
                  <a:gd name="connsiteX66" fmla="*/ 3352324 w 6095524"/>
                  <a:gd name="connsiteY66" fmla="*/ 1377887 h 1424940"/>
                  <a:gd name="connsiteX67" fmla="*/ 3311176 w 6095524"/>
                  <a:gd name="connsiteY67" fmla="*/ 1378744 h 1424940"/>
                  <a:gd name="connsiteX68" fmla="*/ 3298031 w 6095524"/>
                  <a:gd name="connsiteY68" fmla="*/ 1380935 h 1424940"/>
                  <a:gd name="connsiteX69" fmla="*/ 3238595 w 6095524"/>
                  <a:gd name="connsiteY69" fmla="*/ 1374648 h 1424940"/>
                  <a:gd name="connsiteX70" fmla="*/ 3204686 w 6095524"/>
                  <a:gd name="connsiteY70" fmla="*/ 1374172 h 1424940"/>
                  <a:gd name="connsiteX71" fmla="*/ 3166491 w 6095524"/>
                  <a:gd name="connsiteY71" fmla="*/ 1366361 h 1424940"/>
                  <a:gd name="connsiteX72" fmla="*/ 3155347 w 6095524"/>
                  <a:gd name="connsiteY72" fmla="*/ 1366742 h 1424940"/>
                  <a:gd name="connsiteX73" fmla="*/ 3142869 w 6095524"/>
                  <a:gd name="connsiteY73" fmla="*/ 1367409 h 1424940"/>
                  <a:gd name="connsiteX74" fmla="*/ 3104578 w 6095524"/>
                  <a:gd name="connsiteY74" fmla="*/ 1367981 h 1424940"/>
                  <a:gd name="connsiteX75" fmla="*/ 3081337 w 6095524"/>
                  <a:gd name="connsiteY75" fmla="*/ 1370838 h 1424940"/>
                  <a:gd name="connsiteX76" fmla="*/ 3037047 w 6095524"/>
                  <a:gd name="connsiteY76" fmla="*/ 1369124 h 1424940"/>
                  <a:gd name="connsiteX77" fmla="*/ 3020663 w 6095524"/>
                  <a:gd name="connsiteY77" fmla="*/ 1371600 h 1424940"/>
                  <a:gd name="connsiteX78" fmla="*/ 2979230 w 6095524"/>
                  <a:gd name="connsiteY78" fmla="*/ 1371886 h 1424940"/>
                  <a:gd name="connsiteX79" fmla="*/ 2942082 w 6095524"/>
                  <a:gd name="connsiteY79" fmla="*/ 1370457 h 1424940"/>
                  <a:gd name="connsiteX80" fmla="*/ 2906268 w 6095524"/>
                  <a:gd name="connsiteY80" fmla="*/ 1371219 h 1424940"/>
                  <a:gd name="connsiteX81" fmla="*/ 2880646 w 6095524"/>
                  <a:gd name="connsiteY81" fmla="*/ 1374362 h 1424940"/>
                  <a:gd name="connsiteX82" fmla="*/ 2852833 w 6095524"/>
                  <a:gd name="connsiteY82" fmla="*/ 1376267 h 1424940"/>
                  <a:gd name="connsiteX83" fmla="*/ 2776157 w 6095524"/>
                  <a:gd name="connsiteY83" fmla="*/ 1387602 h 1424940"/>
                  <a:gd name="connsiteX84" fmla="*/ 2761965 w 6095524"/>
                  <a:gd name="connsiteY84" fmla="*/ 1384840 h 1424940"/>
                  <a:gd name="connsiteX85" fmla="*/ 2681383 w 6095524"/>
                  <a:gd name="connsiteY85" fmla="*/ 1382268 h 1424940"/>
                  <a:gd name="connsiteX86" fmla="*/ 2663857 w 6095524"/>
                  <a:gd name="connsiteY86" fmla="*/ 1382459 h 1424940"/>
                  <a:gd name="connsiteX87" fmla="*/ 2616803 w 6095524"/>
                  <a:gd name="connsiteY87" fmla="*/ 1371219 h 1424940"/>
                  <a:gd name="connsiteX88" fmla="*/ 2544223 w 6095524"/>
                  <a:gd name="connsiteY88" fmla="*/ 1389031 h 1424940"/>
                  <a:gd name="connsiteX89" fmla="*/ 2476309 w 6095524"/>
                  <a:gd name="connsiteY89" fmla="*/ 1411319 h 1424940"/>
                  <a:gd name="connsiteX90" fmla="*/ 2467737 w 6095524"/>
                  <a:gd name="connsiteY90" fmla="*/ 1414177 h 1424940"/>
                  <a:gd name="connsiteX91" fmla="*/ 2443353 w 6095524"/>
                  <a:gd name="connsiteY91" fmla="*/ 1419035 h 1424940"/>
                  <a:gd name="connsiteX92" fmla="*/ 2413159 w 6095524"/>
                  <a:gd name="connsiteY92" fmla="*/ 1420749 h 1424940"/>
                  <a:gd name="connsiteX93" fmla="*/ 2374868 w 6095524"/>
                  <a:gd name="connsiteY93" fmla="*/ 1424940 h 1424940"/>
                  <a:gd name="connsiteX94" fmla="*/ 2344198 w 6095524"/>
                  <a:gd name="connsiteY94" fmla="*/ 1419701 h 1424940"/>
                  <a:gd name="connsiteX95" fmla="*/ 2301335 w 6095524"/>
                  <a:gd name="connsiteY95" fmla="*/ 1411891 h 1424940"/>
                  <a:gd name="connsiteX96" fmla="*/ 2260949 w 6095524"/>
                  <a:gd name="connsiteY96" fmla="*/ 1404461 h 1424940"/>
                  <a:gd name="connsiteX97" fmla="*/ 2248186 w 6095524"/>
                  <a:gd name="connsiteY97" fmla="*/ 1413224 h 1424940"/>
                  <a:gd name="connsiteX98" fmla="*/ 2228469 w 6095524"/>
                  <a:gd name="connsiteY98" fmla="*/ 1420844 h 1424940"/>
                  <a:gd name="connsiteX99" fmla="*/ 2206562 w 6095524"/>
                  <a:gd name="connsiteY99" fmla="*/ 1411700 h 1424940"/>
                  <a:gd name="connsiteX100" fmla="*/ 2155317 w 6095524"/>
                  <a:gd name="connsiteY100" fmla="*/ 1392746 h 1424940"/>
                  <a:gd name="connsiteX101" fmla="*/ 2122932 w 6095524"/>
                  <a:gd name="connsiteY101" fmla="*/ 1391888 h 1424940"/>
                  <a:gd name="connsiteX102" fmla="*/ 2052542 w 6095524"/>
                  <a:gd name="connsiteY102" fmla="*/ 1383792 h 1424940"/>
                  <a:gd name="connsiteX103" fmla="*/ 2006537 w 6095524"/>
                  <a:gd name="connsiteY103" fmla="*/ 1372267 h 1424940"/>
                  <a:gd name="connsiteX104" fmla="*/ 1973486 w 6095524"/>
                  <a:gd name="connsiteY104" fmla="*/ 1359218 h 1424940"/>
                  <a:gd name="connsiteX105" fmla="*/ 1926146 w 6095524"/>
                  <a:gd name="connsiteY105" fmla="*/ 1342168 h 1424940"/>
                  <a:gd name="connsiteX106" fmla="*/ 1878616 w 6095524"/>
                  <a:gd name="connsiteY106" fmla="*/ 1333310 h 1424940"/>
                  <a:gd name="connsiteX107" fmla="*/ 1844231 w 6095524"/>
                  <a:gd name="connsiteY107" fmla="*/ 1322165 h 1424940"/>
                  <a:gd name="connsiteX108" fmla="*/ 1802225 w 6095524"/>
                  <a:gd name="connsiteY108" fmla="*/ 1314545 h 1424940"/>
                  <a:gd name="connsiteX109" fmla="*/ 1766983 w 6095524"/>
                  <a:gd name="connsiteY109" fmla="*/ 1314260 h 1424940"/>
                  <a:gd name="connsiteX110" fmla="*/ 1711738 w 6095524"/>
                  <a:gd name="connsiteY110" fmla="*/ 1315593 h 1424940"/>
                  <a:gd name="connsiteX111" fmla="*/ 1644111 w 6095524"/>
                  <a:gd name="connsiteY111" fmla="*/ 1292543 h 1424940"/>
                  <a:gd name="connsiteX112" fmla="*/ 1616774 w 6095524"/>
                  <a:gd name="connsiteY112" fmla="*/ 1287399 h 1424940"/>
                  <a:gd name="connsiteX113" fmla="*/ 1591056 w 6095524"/>
                  <a:gd name="connsiteY113" fmla="*/ 1285018 h 1424940"/>
                  <a:gd name="connsiteX114" fmla="*/ 1536478 w 6095524"/>
                  <a:gd name="connsiteY114" fmla="*/ 1269683 h 1424940"/>
                  <a:gd name="connsiteX115" fmla="*/ 1514285 w 6095524"/>
                  <a:gd name="connsiteY115" fmla="*/ 1264634 h 1424940"/>
                  <a:gd name="connsiteX116" fmla="*/ 1483233 w 6095524"/>
                  <a:gd name="connsiteY116" fmla="*/ 1264730 h 1424940"/>
                  <a:gd name="connsiteX117" fmla="*/ 1426750 w 6095524"/>
                  <a:gd name="connsiteY117" fmla="*/ 1257681 h 1424940"/>
                  <a:gd name="connsiteX118" fmla="*/ 1370362 w 6095524"/>
                  <a:gd name="connsiteY118" fmla="*/ 1237107 h 1424940"/>
                  <a:gd name="connsiteX119" fmla="*/ 1346454 w 6095524"/>
                  <a:gd name="connsiteY119" fmla="*/ 1239107 h 1424940"/>
                  <a:gd name="connsiteX120" fmla="*/ 1337882 w 6095524"/>
                  <a:gd name="connsiteY120" fmla="*/ 1238631 h 1424940"/>
                  <a:gd name="connsiteX121" fmla="*/ 1260825 w 6095524"/>
                  <a:gd name="connsiteY121" fmla="*/ 1227296 h 1424940"/>
                  <a:gd name="connsiteX122" fmla="*/ 1253109 w 6095524"/>
                  <a:gd name="connsiteY122" fmla="*/ 1226058 h 1424940"/>
                  <a:gd name="connsiteX123" fmla="*/ 1216915 w 6095524"/>
                  <a:gd name="connsiteY123" fmla="*/ 1215962 h 1424940"/>
                  <a:gd name="connsiteX124" fmla="*/ 1125664 w 6095524"/>
                  <a:gd name="connsiteY124" fmla="*/ 1209675 h 1424940"/>
                  <a:gd name="connsiteX125" fmla="*/ 1120045 w 6095524"/>
                  <a:gd name="connsiteY125" fmla="*/ 1208913 h 1424940"/>
                  <a:gd name="connsiteX126" fmla="*/ 1089469 w 6095524"/>
                  <a:gd name="connsiteY126" fmla="*/ 1213961 h 1424940"/>
                  <a:gd name="connsiteX127" fmla="*/ 1074325 w 6095524"/>
                  <a:gd name="connsiteY127" fmla="*/ 1221105 h 1424940"/>
                  <a:gd name="connsiteX128" fmla="*/ 1050703 w 6095524"/>
                  <a:gd name="connsiteY128" fmla="*/ 1228535 h 1424940"/>
                  <a:gd name="connsiteX129" fmla="*/ 1026700 w 6095524"/>
                  <a:gd name="connsiteY129" fmla="*/ 1231297 h 1424940"/>
                  <a:gd name="connsiteX130" fmla="*/ 986409 w 6095524"/>
                  <a:gd name="connsiteY130" fmla="*/ 1220057 h 1424940"/>
                  <a:gd name="connsiteX131" fmla="*/ 971741 w 6095524"/>
                  <a:gd name="connsiteY131" fmla="*/ 1218914 h 1424940"/>
                  <a:gd name="connsiteX132" fmla="*/ 939070 w 6095524"/>
                  <a:gd name="connsiteY132" fmla="*/ 1213485 h 1424940"/>
                  <a:gd name="connsiteX133" fmla="*/ 910495 w 6095524"/>
                  <a:gd name="connsiteY133" fmla="*/ 1213866 h 1424940"/>
                  <a:gd name="connsiteX134" fmla="*/ 887540 w 6095524"/>
                  <a:gd name="connsiteY134" fmla="*/ 1222534 h 1424940"/>
                  <a:gd name="connsiteX135" fmla="*/ 854202 w 6095524"/>
                  <a:gd name="connsiteY135" fmla="*/ 1224248 h 1424940"/>
                  <a:gd name="connsiteX136" fmla="*/ 832675 w 6095524"/>
                  <a:gd name="connsiteY136" fmla="*/ 1217962 h 1424940"/>
                  <a:gd name="connsiteX137" fmla="*/ 828294 w 6095524"/>
                  <a:gd name="connsiteY137" fmla="*/ 1217105 h 1424940"/>
                  <a:gd name="connsiteX138" fmla="*/ 772001 w 6095524"/>
                  <a:gd name="connsiteY138" fmla="*/ 1216723 h 1424940"/>
                  <a:gd name="connsiteX139" fmla="*/ 701707 w 6095524"/>
                  <a:gd name="connsiteY139" fmla="*/ 1235678 h 1424940"/>
                  <a:gd name="connsiteX140" fmla="*/ 690086 w 6095524"/>
                  <a:gd name="connsiteY140" fmla="*/ 1239679 h 1424940"/>
                  <a:gd name="connsiteX141" fmla="*/ 633412 w 6095524"/>
                  <a:gd name="connsiteY141" fmla="*/ 1246632 h 1424940"/>
                  <a:gd name="connsiteX142" fmla="*/ 603028 w 6095524"/>
                  <a:gd name="connsiteY142" fmla="*/ 1253681 h 1424940"/>
                  <a:gd name="connsiteX143" fmla="*/ 581120 w 6095524"/>
                  <a:gd name="connsiteY143" fmla="*/ 1254062 h 1424940"/>
                  <a:gd name="connsiteX144" fmla="*/ 554642 w 6095524"/>
                  <a:gd name="connsiteY144" fmla="*/ 1266539 h 1424940"/>
                  <a:gd name="connsiteX145" fmla="*/ 545973 w 6095524"/>
                  <a:gd name="connsiteY145" fmla="*/ 1271969 h 1424940"/>
                  <a:gd name="connsiteX146" fmla="*/ 535591 w 6095524"/>
                  <a:gd name="connsiteY146" fmla="*/ 1275207 h 1424940"/>
                  <a:gd name="connsiteX147" fmla="*/ 488538 w 6095524"/>
                  <a:gd name="connsiteY147" fmla="*/ 1285494 h 1424940"/>
                  <a:gd name="connsiteX148" fmla="*/ 480155 w 6095524"/>
                  <a:gd name="connsiteY148" fmla="*/ 1291304 h 1424940"/>
                  <a:gd name="connsiteX149" fmla="*/ 474535 w 6095524"/>
                  <a:gd name="connsiteY149" fmla="*/ 1294924 h 1424940"/>
                  <a:gd name="connsiteX150" fmla="*/ 428816 w 6095524"/>
                  <a:gd name="connsiteY150" fmla="*/ 1301020 h 1424940"/>
                  <a:gd name="connsiteX151" fmla="*/ 400241 w 6095524"/>
                  <a:gd name="connsiteY151" fmla="*/ 1318260 h 1424940"/>
                  <a:gd name="connsiteX152" fmla="*/ 392431 w 6095524"/>
                  <a:gd name="connsiteY152" fmla="*/ 1325594 h 1424940"/>
                  <a:gd name="connsiteX153" fmla="*/ 365093 w 6095524"/>
                  <a:gd name="connsiteY153" fmla="*/ 1336643 h 1424940"/>
                  <a:gd name="connsiteX154" fmla="*/ 273177 w 6095524"/>
                  <a:gd name="connsiteY154" fmla="*/ 1357884 h 1424940"/>
                  <a:gd name="connsiteX155" fmla="*/ 246888 w 6095524"/>
                  <a:gd name="connsiteY155" fmla="*/ 1350359 h 1424940"/>
                  <a:gd name="connsiteX156" fmla="*/ 196977 w 6095524"/>
                  <a:gd name="connsiteY156" fmla="*/ 1370552 h 1424940"/>
                  <a:gd name="connsiteX157" fmla="*/ 153352 w 6095524"/>
                  <a:gd name="connsiteY157" fmla="*/ 1381982 h 1424940"/>
                  <a:gd name="connsiteX158" fmla="*/ 137160 w 6095524"/>
                  <a:gd name="connsiteY158" fmla="*/ 1384745 h 1424940"/>
                  <a:gd name="connsiteX159" fmla="*/ 85917 w 6095524"/>
                  <a:gd name="connsiteY159" fmla="*/ 1389793 h 1424940"/>
                  <a:gd name="connsiteX160" fmla="*/ 59532 w 6095524"/>
                  <a:gd name="connsiteY160" fmla="*/ 1401223 h 1424940"/>
                  <a:gd name="connsiteX161" fmla="*/ 30325 w 6095524"/>
                  <a:gd name="connsiteY161" fmla="*/ 1409974 h 1424940"/>
                  <a:gd name="connsiteX162" fmla="*/ 0 w 6095524"/>
                  <a:gd name="connsiteY162" fmla="*/ 1412360 h 1424940"/>
                  <a:gd name="connsiteX163" fmla="*/ 0 w 6095524"/>
                  <a:gd name="connsiteY163" fmla="*/ 1058622 h 1424940"/>
                  <a:gd name="connsiteX164" fmla="*/ 17145 w 6095524"/>
                  <a:gd name="connsiteY164" fmla="*/ 1060228 h 1424940"/>
                  <a:gd name="connsiteX165" fmla="*/ 44672 w 6095524"/>
                  <a:gd name="connsiteY165" fmla="*/ 1066324 h 1424940"/>
                  <a:gd name="connsiteX166" fmla="*/ 84677 w 6095524"/>
                  <a:gd name="connsiteY166" fmla="*/ 1076230 h 1424940"/>
                  <a:gd name="connsiteX167" fmla="*/ 132017 w 6095524"/>
                  <a:gd name="connsiteY167" fmla="*/ 1064990 h 1424940"/>
                  <a:gd name="connsiteX168" fmla="*/ 136779 w 6095524"/>
                  <a:gd name="connsiteY168" fmla="*/ 1060323 h 1424940"/>
                  <a:gd name="connsiteX169" fmla="*/ 187547 w 6095524"/>
                  <a:gd name="connsiteY169" fmla="*/ 1049179 h 1424940"/>
                  <a:gd name="connsiteX170" fmla="*/ 270891 w 6095524"/>
                  <a:gd name="connsiteY170" fmla="*/ 1036415 h 1424940"/>
                  <a:gd name="connsiteX171" fmla="*/ 276320 w 6095524"/>
                  <a:gd name="connsiteY171" fmla="*/ 1035558 h 1424940"/>
                  <a:gd name="connsiteX172" fmla="*/ 323755 w 6095524"/>
                  <a:gd name="connsiteY172" fmla="*/ 1061561 h 1424940"/>
                  <a:gd name="connsiteX173" fmla="*/ 361855 w 6095524"/>
                  <a:gd name="connsiteY173" fmla="*/ 1057942 h 1424940"/>
                  <a:gd name="connsiteX174" fmla="*/ 379571 w 6095524"/>
                  <a:gd name="connsiteY174" fmla="*/ 1039939 h 1424940"/>
                  <a:gd name="connsiteX175" fmla="*/ 430530 w 6095524"/>
                  <a:gd name="connsiteY175" fmla="*/ 1025747 h 1424940"/>
                  <a:gd name="connsiteX176" fmla="*/ 493300 w 6095524"/>
                  <a:gd name="connsiteY176" fmla="*/ 1027176 h 1424940"/>
                  <a:gd name="connsiteX177" fmla="*/ 537782 w 6095524"/>
                  <a:gd name="connsiteY177" fmla="*/ 1025366 h 1424940"/>
                  <a:gd name="connsiteX178" fmla="*/ 562166 w 6095524"/>
                  <a:gd name="connsiteY178" fmla="*/ 1015746 h 1424940"/>
                  <a:gd name="connsiteX179" fmla="*/ 579596 w 6095524"/>
                  <a:gd name="connsiteY179" fmla="*/ 1016699 h 1424940"/>
                  <a:gd name="connsiteX180" fmla="*/ 612362 w 6095524"/>
                  <a:gd name="connsiteY180" fmla="*/ 1023557 h 1424940"/>
                  <a:gd name="connsiteX181" fmla="*/ 716090 w 6095524"/>
                  <a:gd name="connsiteY181" fmla="*/ 1031653 h 1424940"/>
                  <a:gd name="connsiteX182" fmla="*/ 758381 w 6095524"/>
                  <a:gd name="connsiteY182" fmla="*/ 1018985 h 1424940"/>
                  <a:gd name="connsiteX183" fmla="*/ 771049 w 6095524"/>
                  <a:gd name="connsiteY183" fmla="*/ 1018699 h 1424940"/>
                  <a:gd name="connsiteX184" fmla="*/ 799433 w 6095524"/>
                  <a:gd name="connsiteY184" fmla="*/ 1023652 h 1424940"/>
                  <a:gd name="connsiteX185" fmla="*/ 858012 w 6095524"/>
                  <a:gd name="connsiteY185" fmla="*/ 1020318 h 1424940"/>
                  <a:gd name="connsiteX186" fmla="*/ 879634 w 6095524"/>
                  <a:gd name="connsiteY186" fmla="*/ 1015270 h 1424940"/>
                  <a:gd name="connsiteX187" fmla="*/ 891635 w 6095524"/>
                  <a:gd name="connsiteY187" fmla="*/ 1012031 h 1424940"/>
                  <a:gd name="connsiteX188" fmla="*/ 953262 w 6095524"/>
                  <a:gd name="connsiteY188" fmla="*/ 1003078 h 1424940"/>
                  <a:gd name="connsiteX189" fmla="*/ 980694 w 6095524"/>
                  <a:gd name="connsiteY189" fmla="*/ 993458 h 1424940"/>
                  <a:gd name="connsiteX190" fmla="*/ 988124 w 6095524"/>
                  <a:gd name="connsiteY190" fmla="*/ 992029 h 1424940"/>
                  <a:gd name="connsiteX191" fmla="*/ 1028795 w 6095524"/>
                  <a:gd name="connsiteY191" fmla="*/ 996029 h 1424940"/>
                  <a:gd name="connsiteX192" fmla="*/ 1059275 w 6095524"/>
                  <a:gd name="connsiteY192" fmla="*/ 1011555 h 1424940"/>
                  <a:gd name="connsiteX193" fmla="*/ 1065181 w 6095524"/>
                  <a:gd name="connsiteY193" fmla="*/ 1016794 h 1424940"/>
                  <a:gd name="connsiteX194" fmla="*/ 1150144 w 6095524"/>
                  <a:gd name="connsiteY194" fmla="*/ 1014984 h 1424940"/>
                  <a:gd name="connsiteX195" fmla="*/ 1163193 w 6095524"/>
                  <a:gd name="connsiteY195" fmla="*/ 1012793 h 1424940"/>
                  <a:gd name="connsiteX196" fmla="*/ 1226249 w 6095524"/>
                  <a:gd name="connsiteY196" fmla="*/ 1021937 h 1424940"/>
                  <a:gd name="connsiteX197" fmla="*/ 1244632 w 6095524"/>
                  <a:gd name="connsiteY197" fmla="*/ 1023747 h 1424940"/>
                  <a:gd name="connsiteX198" fmla="*/ 1310545 w 6095524"/>
                  <a:gd name="connsiteY198" fmla="*/ 1031939 h 1424940"/>
                  <a:gd name="connsiteX199" fmla="*/ 1319879 w 6095524"/>
                  <a:gd name="connsiteY199" fmla="*/ 1024319 h 1424940"/>
                  <a:gd name="connsiteX200" fmla="*/ 1346740 w 6095524"/>
                  <a:gd name="connsiteY200" fmla="*/ 1005173 h 1424940"/>
                  <a:gd name="connsiteX201" fmla="*/ 1399699 w 6095524"/>
                  <a:gd name="connsiteY201" fmla="*/ 988219 h 1424940"/>
                  <a:gd name="connsiteX202" fmla="*/ 1414082 w 6095524"/>
                  <a:gd name="connsiteY202" fmla="*/ 989171 h 1424940"/>
                  <a:gd name="connsiteX203" fmla="*/ 1450467 w 6095524"/>
                  <a:gd name="connsiteY203" fmla="*/ 1017461 h 1424940"/>
                  <a:gd name="connsiteX204" fmla="*/ 1468184 w 6095524"/>
                  <a:gd name="connsiteY204" fmla="*/ 1028795 h 1424940"/>
                  <a:gd name="connsiteX205" fmla="*/ 1518476 w 6095524"/>
                  <a:gd name="connsiteY205" fmla="*/ 1049655 h 1424940"/>
                  <a:gd name="connsiteX206" fmla="*/ 1522667 w 6095524"/>
                  <a:gd name="connsiteY206" fmla="*/ 1053465 h 1424940"/>
                  <a:gd name="connsiteX207" fmla="*/ 1559814 w 6095524"/>
                  <a:gd name="connsiteY207" fmla="*/ 1098709 h 1424940"/>
                  <a:gd name="connsiteX208" fmla="*/ 1568196 w 6095524"/>
                  <a:gd name="connsiteY208" fmla="*/ 1106424 h 1424940"/>
                  <a:gd name="connsiteX209" fmla="*/ 1578293 w 6095524"/>
                  <a:gd name="connsiteY209" fmla="*/ 1118426 h 1424940"/>
                  <a:gd name="connsiteX210" fmla="*/ 1609820 w 6095524"/>
                  <a:gd name="connsiteY210" fmla="*/ 1141667 h 1424940"/>
                  <a:gd name="connsiteX211" fmla="*/ 1648873 w 6095524"/>
                  <a:gd name="connsiteY211" fmla="*/ 1149096 h 1424940"/>
                  <a:gd name="connsiteX212" fmla="*/ 1696022 w 6095524"/>
                  <a:gd name="connsiteY212" fmla="*/ 1160431 h 1424940"/>
                  <a:gd name="connsiteX213" fmla="*/ 1715739 w 6095524"/>
                  <a:gd name="connsiteY213" fmla="*/ 1168051 h 1424940"/>
                  <a:gd name="connsiteX214" fmla="*/ 1768602 w 6095524"/>
                  <a:gd name="connsiteY214" fmla="*/ 1182529 h 1424940"/>
                  <a:gd name="connsiteX215" fmla="*/ 1806321 w 6095524"/>
                  <a:gd name="connsiteY215" fmla="*/ 1194721 h 1424940"/>
                  <a:gd name="connsiteX216" fmla="*/ 1860709 w 6095524"/>
                  <a:gd name="connsiteY216" fmla="*/ 1201865 h 1424940"/>
                  <a:gd name="connsiteX217" fmla="*/ 1887093 w 6095524"/>
                  <a:gd name="connsiteY217" fmla="*/ 1202150 h 1424940"/>
                  <a:gd name="connsiteX218" fmla="*/ 1935575 w 6095524"/>
                  <a:gd name="connsiteY218" fmla="*/ 1238726 h 1424940"/>
                  <a:gd name="connsiteX219" fmla="*/ 1974247 w 6095524"/>
                  <a:gd name="connsiteY219" fmla="*/ 1262920 h 1424940"/>
                  <a:gd name="connsiteX220" fmla="*/ 2014919 w 6095524"/>
                  <a:gd name="connsiteY220" fmla="*/ 1251204 h 1424940"/>
                  <a:gd name="connsiteX221" fmla="*/ 2025968 w 6095524"/>
                  <a:gd name="connsiteY221" fmla="*/ 1240155 h 1424940"/>
                  <a:gd name="connsiteX222" fmla="*/ 2092643 w 6095524"/>
                  <a:gd name="connsiteY222" fmla="*/ 1229678 h 1424940"/>
                  <a:gd name="connsiteX223" fmla="*/ 2187893 w 6095524"/>
                  <a:gd name="connsiteY223" fmla="*/ 1229297 h 1424940"/>
                  <a:gd name="connsiteX224" fmla="*/ 2346294 w 6095524"/>
                  <a:gd name="connsiteY224" fmla="*/ 1205484 h 1424940"/>
                  <a:gd name="connsiteX225" fmla="*/ 2373916 w 6095524"/>
                  <a:gd name="connsiteY225" fmla="*/ 1194435 h 1424940"/>
                  <a:gd name="connsiteX226" fmla="*/ 2404967 w 6095524"/>
                  <a:gd name="connsiteY226" fmla="*/ 1191673 h 1424940"/>
                  <a:gd name="connsiteX227" fmla="*/ 2416874 w 6095524"/>
                  <a:gd name="connsiteY227" fmla="*/ 1198436 h 1424940"/>
                  <a:gd name="connsiteX228" fmla="*/ 2468975 w 6095524"/>
                  <a:gd name="connsiteY228" fmla="*/ 1208532 h 1424940"/>
                  <a:gd name="connsiteX229" fmla="*/ 2478882 w 6095524"/>
                  <a:gd name="connsiteY229" fmla="*/ 1208723 h 1424940"/>
                  <a:gd name="connsiteX230" fmla="*/ 2512791 w 6095524"/>
                  <a:gd name="connsiteY230" fmla="*/ 1204436 h 1424940"/>
                  <a:gd name="connsiteX231" fmla="*/ 2544223 w 6095524"/>
                  <a:gd name="connsiteY231" fmla="*/ 1201960 h 1424940"/>
                  <a:gd name="connsiteX232" fmla="*/ 2623471 w 6095524"/>
                  <a:gd name="connsiteY232" fmla="*/ 1210056 h 1424940"/>
                  <a:gd name="connsiteX233" fmla="*/ 2684241 w 6095524"/>
                  <a:gd name="connsiteY233" fmla="*/ 1208151 h 1424940"/>
                  <a:gd name="connsiteX234" fmla="*/ 2712244 w 6095524"/>
                  <a:gd name="connsiteY234" fmla="*/ 1210056 h 1424940"/>
                  <a:gd name="connsiteX235" fmla="*/ 2728055 w 6095524"/>
                  <a:gd name="connsiteY235" fmla="*/ 1212914 h 1424940"/>
                  <a:gd name="connsiteX236" fmla="*/ 2763869 w 6095524"/>
                  <a:gd name="connsiteY236" fmla="*/ 1232821 h 1424940"/>
                  <a:gd name="connsiteX237" fmla="*/ 2783491 w 6095524"/>
                  <a:gd name="connsiteY237" fmla="*/ 1237298 h 1424940"/>
                  <a:gd name="connsiteX238" fmla="*/ 2842546 w 6095524"/>
                  <a:gd name="connsiteY238" fmla="*/ 1236917 h 1424940"/>
                  <a:gd name="connsiteX239" fmla="*/ 2931128 w 6095524"/>
                  <a:gd name="connsiteY239" fmla="*/ 1206913 h 1424940"/>
                  <a:gd name="connsiteX240" fmla="*/ 2940368 w 6095524"/>
                  <a:gd name="connsiteY240" fmla="*/ 1202912 h 1424940"/>
                  <a:gd name="connsiteX241" fmla="*/ 2985421 w 6095524"/>
                  <a:gd name="connsiteY241" fmla="*/ 1197959 h 1424940"/>
                  <a:gd name="connsiteX242" fmla="*/ 3015996 w 6095524"/>
                  <a:gd name="connsiteY242" fmla="*/ 1204722 h 1424940"/>
                  <a:gd name="connsiteX243" fmla="*/ 3057621 w 6095524"/>
                  <a:gd name="connsiteY243" fmla="*/ 1218724 h 1424940"/>
                  <a:gd name="connsiteX244" fmla="*/ 3095054 w 6095524"/>
                  <a:gd name="connsiteY244" fmla="*/ 1230440 h 1424940"/>
                  <a:gd name="connsiteX245" fmla="*/ 3122295 w 6095524"/>
                  <a:gd name="connsiteY245" fmla="*/ 1243679 h 1424940"/>
                  <a:gd name="connsiteX246" fmla="*/ 3184589 w 6095524"/>
                  <a:gd name="connsiteY246" fmla="*/ 1253395 h 1424940"/>
                  <a:gd name="connsiteX247" fmla="*/ 3191066 w 6095524"/>
                  <a:gd name="connsiteY247" fmla="*/ 1255014 h 1424940"/>
                  <a:gd name="connsiteX248" fmla="*/ 3237929 w 6095524"/>
                  <a:gd name="connsiteY248" fmla="*/ 1243203 h 1424940"/>
                  <a:gd name="connsiteX249" fmla="*/ 3294221 w 6095524"/>
                  <a:gd name="connsiteY249" fmla="*/ 1231202 h 1424940"/>
                  <a:gd name="connsiteX250" fmla="*/ 3314319 w 6095524"/>
                  <a:gd name="connsiteY250" fmla="*/ 1235297 h 1424940"/>
                  <a:gd name="connsiteX251" fmla="*/ 3341846 w 6095524"/>
                  <a:gd name="connsiteY251" fmla="*/ 1241108 h 1424940"/>
                  <a:gd name="connsiteX252" fmla="*/ 3367373 w 6095524"/>
                  <a:gd name="connsiteY252" fmla="*/ 1238060 h 1424940"/>
                  <a:gd name="connsiteX253" fmla="*/ 3382899 w 6095524"/>
                  <a:gd name="connsiteY253" fmla="*/ 1237774 h 1424940"/>
                  <a:gd name="connsiteX254" fmla="*/ 3453765 w 6095524"/>
                  <a:gd name="connsiteY254" fmla="*/ 1273397 h 1424940"/>
                  <a:gd name="connsiteX255" fmla="*/ 3471767 w 6095524"/>
                  <a:gd name="connsiteY255" fmla="*/ 1276350 h 1424940"/>
                  <a:gd name="connsiteX256" fmla="*/ 3481959 w 6095524"/>
                  <a:gd name="connsiteY256" fmla="*/ 1280732 h 1424940"/>
                  <a:gd name="connsiteX257" fmla="*/ 3543396 w 6095524"/>
                  <a:gd name="connsiteY257" fmla="*/ 1324928 h 1424940"/>
                  <a:gd name="connsiteX258" fmla="*/ 3569494 w 6095524"/>
                  <a:gd name="connsiteY258" fmla="*/ 1333881 h 1424940"/>
                  <a:gd name="connsiteX259" fmla="*/ 3598164 w 6095524"/>
                  <a:gd name="connsiteY259" fmla="*/ 1332071 h 1424940"/>
                  <a:gd name="connsiteX260" fmla="*/ 3614738 w 6095524"/>
                  <a:gd name="connsiteY260" fmla="*/ 1328833 h 1424940"/>
                  <a:gd name="connsiteX261" fmla="*/ 3655886 w 6095524"/>
                  <a:gd name="connsiteY261" fmla="*/ 1300734 h 1424940"/>
                  <a:gd name="connsiteX262" fmla="*/ 3679317 w 6095524"/>
                  <a:gd name="connsiteY262" fmla="*/ 1301687 h 1424940"/>
                  <a:gd name="connsiteX263" fmla="*/ 3715893 w 6095524"/>
                  <a:gd name="connsiteY263" fmla="*/ 1321022 h 1424940"/>
                  <a:gd name="connsiteX264" fmla="*/ 3782282 w 6095524"/>
                  <a:gd name="connsiteY264" fmla="*/ 1329690 h 1424940"/>
                  <a:gd name="connsiteX265" fmla="*/ 3816001 w 6095524"/>
                  <a:gd name="connsiteY265" fmla="*/ 1302639 h 1424940"/>
                  <a:gd name="connsiteX266" fmla="*/ 3833431 w 6095524"/>
                  <a:gd name="connsiteY266" fmla="*/ 1276636 h 1424940"/>
                  <a:gd name="connsiteX267" fmla="*/ 3883819 w 6095524"/>
                  <a:gd name="connsiteY267" fmla="*/ 1246442 h 1424940"/>
                  <a:gd name="connsiteX268" fmla="*/ 3895821 w 6095524"/>
                  <a:gd name="connsiteY268" fmla="*/ 1257681 h 1424940"/>
                  <a:gd name="connsiteX269" fmla="*/ 3932778 w 6095524"/>
                  <a:gd name="connsiteY269" fmla="*/ 1262444 h 1424940"/>
                  <a:gd name="connsiteX270" fmla="*/ 3972782 w 6095524"/>
                  <a:gd name="connsiteY270" fmla="*/ 1262063 h 1424940"/>
                  <a:gd name="connsiteX271" fmla="*/ 4042505 w 6095524"/>
                  <a:gd name="connsiteY271" fmla="*/ 1267111 h 1424940"/>
                  <a:gd name="connsiteX272" fmla="*/ 4088892 w 6095524"/>
                  <a:gd name="connsiteY272" fmla="*/ 1238250 h 1424940"/>
                  <a:gd name="connsiteX273" fmla="*/ 4106609 w 6095524"/>
                  <a:gd name="connsiteY273" fmla="*/ 1226344 h 1424940"/>
                  <a:gd name="connsiteX274" fmla="*/ 4123182 w 6095524"/>
                  <a:gd name="connsiteY274" fmla="*/ 1218724 h 1424940"/>
                  <a:gd name="connsiteX275" fmla="*/ 4142328 w 6095524"/>
                  <a:gd name="connsiteY275" fmla="*/ 1214438 h 1424940"/>
                  <a:gd name="connsiteX276" fmla="*/ 4188524 w 6095524"/>
                  <a:gd name="connsiteY276" fmla="*/ 1198245 h 1424940"/>
                  <a:gd name="connsiteX277" fmla="*/ 4213860 w 6095524"/>
                  <a:gd name="connsiteY277" fmla="*/ 1182338 h 1424940"/>
                  <a:gd name="connsiteX278" fmla="*/ 4270820 w 6095524"/>
                  <a:gd name="connsiteY278" fmla="*/ 1167003 h 1424940"/>
                  <a:gd name="connsiteX279" fmla="*/ 4309587 w 6095524"/>
                  <a:gd name="connsiteY279" fmla="*/ 1153287 h 1424940"/>
                  <a:gd name="connsiteX280" fmla="*/ 4350449 w 6095524"/>
                  <a:gd name="connsiteY280" fmla="*/ 1129665 h 1424940"/>
                  <a:gd name="connsiteX281" fmla="*/ 4356164 w 6095524"/>
                  <a:gd name="connsiteY281" fmla="*/ 1126046 h 1424940"/>
                  <a:gd name="connsiteX282" fmla="*/ 4369880 w 6095524"/>
                  <a:gd name="connsiteY282" fmla="*/ 1110520 h 1424940"/>
                  <a:gd name="connsiteX283" fmla="*/ 4389787 w 6095524"/>
                  <a:gd name="connsiteY283" fmla="*/ 1057085 h 1424940"/>
                  <a:gd name="connsiteX284" fmla="*/ 4395502 w 6095524"/>
                  <a:gd name="connsiteY284" fmla="*/ 1046226 h 1424940"/>
                  <a:gd name="connsiteX285" fmla="*/ 4447413 w 6095524"/>
                  <a:gd name="connsiteY285" fmla="*/ 1009650 h 1424940"/>
                  <a:gd name="connsiteX286" fmla="*/ 4466654 w 6095524"/>
                  <a:gd name="connsiteY286" fmla="*/ 1013079 h 1424940"/>
                  <a:gd name="connsiteX287" fmla="*/ 4487894 w 6095524"/>
                  <a:gd name="connsiteY287" fmla="*/ 1025081 h 1424940"/>
                  <a:gd name="connsiteX288" fmla="*/ 4534472 w 6095524"/>
                  <a:gd name="connsiteY288" fmla="*/ 1028224 h 1424940"/>
                  <a:gd name="connsiteX289" fmla="*/ 4551903 w 6095524"/>
                  <a:gd name="connsiteY289" fmla="*/ 1022033 h 1424940"/>
                  <a:gd name="connsiteX290" fmla="*/ 4582382 w 6095524"/>
                  <a:gd name="connsiteY290" fmla="*/ 1005364 h 1424940"/>
                  <a:gd name="connsiteX291" fmla="*/ 4605909 w 6095524"/>
                  <a:gd name="connsiteY291" fmla="*/ 979551 h 1424940"/>
                  <a:gd name="connsiteX292" fmla="*/ 4640104 w 6095524"/>
                  <a:gd name="connsiteY292" fmla="*/ 936879 h 1424940"/>
                  <a:gd name="connsiteX293" fmla="*/ 4705731 w 6095524"/>
                  <a:gd name="connsiteY293" fmla="*/ 920591 h 1424940"/>
                  <a:gd name="connsiteX294" fmla="*/ 4730973 w 6095524"/>
                  <a:gd name="connsiteY294" fmla="*/ 915162 h 1424940"/>
                  <a:gd name="connsiteX295" fmla="*/ 4822794 w 6095524"/>
                  <a:gd name="connsiteY295" fmla="*/ 892397 h 1424940"/>
                  <a:gd name="connsiteX296" fmla="*/ 4830794 w 6095524"/>
                  <a:gd name="connsiteY296" fmla="*/ 891635 h 1424940"/>
                  <a:gd name="connsiteX297" fmla="*/ 4894421 w 6095524"/>
                  <a:gd name="connsiteY297" fmla="*/ 865442 h 1424940"/>
                  <a:gd name="connsiteX298" fmla="*/ 4909756 w 6095524"/>
                  <a:gd name="connsiteY298" fmla="*/ 858964 h 1424940"/>
                  <a:gd name="connsiteX299" fmla="*/ 4928521 w 6095524"/>
                  <a:gd name="connsiteY299" fmla="*/ 842391 h 1424940"/>
                  <a:gd name="connsiteX300" fmla="*/ 4945857 w 6095524"/>
                  <a:gd name="connsiteY300" fmla="*/ 795623 h 1424940"/>
                  <a:gd name="connsiteX301" fmla="*/ 4966145 w 6095524"/>
                  <a:gd name="connsiteY301" fmla="*/ 774287 h 1424940"/>
                  <a:gd name="connsiteX302" fmla="*/ 4980909 w 6095524"/>
                  <a:gd name="connsiteY302" fmla="*/ 761333 h 1424940"/>
                  <a:gd name="connsiteX303" fmla="*/ 4993862 w 6095524"/>
                  <a:gd name="connsiteY303" fmla="*/ 741712 h 1424940"/>
                  <a:gd name="connsiteX304" fmla="*/ 5006816 w 6095524"/>
                  <a:gd name="connsiteY304" fmla="*/ 694754 h 1424940"/>
                  <a:gd name="connsiteX305" fmla="*/ 5026724 w 6095524"/>
                  <a:gd name="connsiteY305" fmla="*/ 653129 h 1424940"/>
                  <a:gd name="connsiteX306" fmla="*/ 5062538 w 6095524"/>
                  <a:gd name="connsiteY306" fmla="*/ 630079 h 1424940"/>
                  <a:gd name="connsiteX307" fmla="*/ 5084731 w 6095524"/>
                  <a:gd name="connsiteY307" fmla="*/ 617982 h 1424940"/>
                  <a:gd name="connsiteX308" fmla="*/ 5172647 w 6095524"/>
                  <a:gd name="connsiteY308" fmla="*/ 630174 h 1424940"/>
                  <a:gd name="connsiteX309" fmla="*/ 5232654 w 6095524"/>
                  <a:gd name="connsiteY309" fmla="*/ 642080 h 1424940"/>
                  <a:gd name="connsiteX310" fmla="*/ 5252371 w 6095524"/>
                  <a:gd name="connsiteY310" fmla="*/ 637508 h 1424940"/>
                  <a:gd name="connsiteX311" fmla="*/ 5308092 w 6095524"/>
                  <a:gd name="connsiteY311" fmla="*/ 598646 h 1424940"/>
                  <a:gd name="connsiteX312" fmla="*/ 5363147 w 6095524"/>
                  <a:gd name="connsiteY312" fmla="*/ 581311 h 1424940"/>
                  <a:gd name="connsiteX313" fmla="*/ 5404580 w 6095524"/>
                  <a:gd name="connsiteY313" fmla="*/ 576358 h 1424940"/>
                  <a:gd name="connsiteX314" fmla="*/ 5440203 w 6095524"/>
                  <a:gd name="connsiteY314" fmla="*/ 572548 h 1424940"/>
                  <a:gd name="connsiteX315" fmla="*/ 5482971 w 6095524"/>
                  <a:gd name="connsiteY315" fmla="*/ 561880 h 1424940"/>
                  <a:gd name="connsiteX316" fmla="*/ 5507165 w 6095524"/>
                  <a:gd name="connsiteY316" fmla="*/ 550259 h 1424940"/>
                  <a:gd name="connsiteX317" fmla="*/ 5545645 w 6095524"/>
                  <a:gd name="connsiteY317" fmla="*/ 533591 h 1424940"/>
                  <a:gd name="connsiteX318" fmla="*/ 5585079 w 6095524"/>
                  <a:gd name="connsiteY318" fmla="*/ 511969 h 1424940"/>
                  <a:gd name="connsiteX319" fmla="*/ 5615368 w 6095524"/>
                  <a:gd name="connsiteY319" fmla="*/ 481679 h 1424940"/>
                  <a:gd name="connsiteX320" fmla="*/ 5631656 w 6095524"/>
                  <a:gd name="connsiteY320" fmla="*/ 456152 h 1424940"/>
                  <a:gd name="connsiteX321" fmla="*/ 5679377 w 6095524"/>
                  <a:gd name="connsiteY321" fmla="*/ 419576 h 1424940"/>
                  <a:gd name="connsiteX322" fmla="*/ 5722525 w 6095524"/>
                  <a:gd name="connsiteY322" fmla="*/ 350615 h 1424940"/>
                  <a:gd name="connsiteX323" fmla="*/ 5749576 w 6095524"/>
                  <a:gd name="connsiteY323" fmla="*/ 321945 h 1424940"/>
                  <a:gd name="connsiteX324" fmla="*/ 5764911 w 6095524"/>
                  <a:gd name="connsiteY324" fmla="*/ 313849 h 1424940"/>
                  <a:gd name="connsiteX325" fmla="*/ 5791009 w 6095524"/>
                  <a:gd name="connsiteY325" fmla="*/ 293942 h 1424940"/>
                  <a:gd name="connsiteX326" fmla="*/ 5806440 w 6095524"/>
                  <a:gd name="connsiteY326" fmla="*/ 279178 h 1424940"/>
                  <a:gd name="connsiteX327" fmla="*/ 5848636 w 6095524"/>
                  <a:gd name="connsiteY327" fmla="*/ 224885 h 1424940"/>
                  <a:gd name="connsiteX328" fmla="*/ 5861590 w 6095524"/>
                  <a:gd name="connsiteY328" fmla="*/ 208788 h 1424940"/>
                  <a:gd name="connsiteX329" fmla="*/ 5888355 w 6095524"/>
                  <a:gd name="connsiteY329" fmla="*/ 181166 h 1424940"/>
                  <a:gd name="connsiteX330" fmla="*/ 5900071 w 6095524"/>
                  <a:gd name="connsiteY330" fmla="*/ 172784 h 1424940"/>
                  <a:gd name="connsiteX331" fmla="*/ 5920740 w 6095524"/>
                  <a:gd name="connsiteY331" fmla="*/ 150305 h 1424940"/>
                  <a:gd name="connsiteX332" fmla="*/ 5969985 w 6095524"/>
                  <a:gd name="connsiteY332" fmla="*/ 91345 h 1424940"/>
                  <a:gd name="connsiteX333" fmla="*/ 5991130 w 6095524"/>
                  <a:gd name="connsiteY333" fmla="*/ 58293 h 1424940"/>
                  <a:gd name="connsiteX334" fmla="*/ 6033325 w 6095524"/>
                  <a:gd name="connsiteY334" fmla="*/ 33909 h 1424940"/>
                  <a:gd name="connsiteX335" fmla="*/ 6054376 w 6095524"/>
                  <a:gd name="connsiteY335" fmla="*/ 20955 h 1424940"/>
                  <a:gd name="connsiteX336" fmla="*/ 6095524 w 6095524"/>
                  <a:gd name="connsiteY336" fmla="*/ 0 h 1424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Lst>
                <a:rect l="l" t="t" r="r" b="b"/>
                <a:pathLst>
                  <a:path w="6095524" h="1424940">
                    <a:moveTo>
                      <a:pt x="6095524" y="0"/>
                    </a:moveTo>
                    <a:cubicBezTo>
                      <a:pt x="6095524" y="7811"/>
                      <a:pt x="6095524" y="12573"/>
                      <a:pt x="6095524" y="17431"/>
                    </a:cubicBezTo>
                    <a:lnTo>
                      <a:pt x="6095524" y="216290"/>
                    </a:lnTo>
                    <a:lnTo>
                      <a:pt x="6079998" y="230600"/>
                    </a:lnTo>
                    <a:cubicBezTo>
                      <a:pt x="6058567" y="241363"/>
                      <a:pt x="6035706" y="251079"/>
                      <a:pt x="6012751" y="260699"/>
                    </a:cubicBezTo>
                    <a:cubicBezTo>
                      <a:pt x="6006084" y="263462"/>
                      <a:pt x="5998749" y="264986"/>
                      <a:pt x="5992749" y="268700"/>
                    </a:cubicBezTo>
                    <a:cubicBezTo>
                      <a:pt x="5965126" y="285655"/>
                      <a:pt x="5938361" y="303943"/>
                      <a:pt x="5910358" y="320231"/>
                    </a:cubicBezTo>
                    <a:cubicBezTo>
                      <a:pt x="5881497" y="337090"/>
                      <a:pt x="5855684" y="356997"/>
                      <a:pt x="5835777" y="383953"/>
                    </a:cubicBezTo>
                    <a:cubicBezTo>
                      <a:pt x="5817298" y="409004"/>
                      <a:pt x="5799391" y="434435"/>
                      <a:pt x="5781008" y="459581"/>
                    </a:cubicBezTo>
                    <a:cubicBezTo>
                      <a:pt x="5776341" y="465963"/>
                      <a:pt x="5772054" y="473488"/>
                      <a:pt x="5765673" y="477584"/>
                    </a:cubicBezTo>
                    <a:cubicBezTo>
                      <a:pt x="5752433" y="486156"/>
                      <a:pt x="5737955" y="493109"/>
                      <a:pt x="5723763" y="500158"/>
                    </a:cubicBezTo>
                    <a:cubicBezTo>
                      <a:pt x="5711571" y="506159"/>
                      <a:pt x="5698617" y="510635"/>
                      <a:pt x="5686711" y="517112"/>
                    </a:cubicBezTo>
                    <a:cubicBezTo>
                      <a:pt x="5677186" y="522256"/>
                      <a:pt x="5668708" y="529400"/>
                      <a:pt x="5659850" y="535877"/>
                    </a:cubicBezTo>
                    <a:cubicBezTo>
                      <a:pt x="5652135" y="541496"/>
                      <a:pt x="5643658" y="546354"/>
                      <a:pt x="5637181" y="553117"/>
                    </a:cubicBezTo>
                    <a:cubicBezTo>
                      <a:pt x="5621369" y="569500"/>
                      <a:pt x="5605462" y="585597"/>
                      <a:pt x="5585841" y="597694"/>
                    </a:cubicBezTo>
                    <a:cubicBezTo>
                      <a:pt x="5566505" y="609695"/>
                      <a:pt x="5548217" y="623126"/>
                      <a:pt x="5528977" y="635318"/>
                    </a:cubicBezTo>
                    <a:cubicBezTo>
                      <a:pt x="5510117" y="647224"/>
                      <a:pt x="5493067" y="660273"/>
                      <a:pt x="5483256" y="681419"/>
                    </a:cubicBezTo>
                    <a:cubicBezTo>
                      <a:pt x="5478875" y="690753"/>
                      <a:pt x="5472684" y="700945"/>
                      <a:pt x="5464397" y="706374"/>
                    </a:cubicBezTo>
                    <a:cubicBezTo>
                      <a:pt x="5452586" y="714089"/>
                      <a:pt x="5437632" y="716852"/>
                      <a:pt x="5424773" y="723424"/>
                    </a:cubicBezTo>
                    <a:cubicBezTo>
                      <a:pt x="5409628" y="731139"/>
                      <a:pt x="5392103" y="737807"/>
                      <a:pt x="5381815" y="750094"/>
                    </a:cubicBezTo>
                    <a:cubicBezTo>
                      <a:pt x="5372671" y="761048"/>
                      <a:pt x="5363432" y="769620"/>
                      <a:pt x="5351335" y="776573"/>
                    </a:cubicBezTo>
                    <a:cubicBezTo>
                      <a:pt x="5342858" y="781431"/>
                      <a:pt x="5336572" y="790289"/>
                      <a:pt x="5327809" y="794290"/>
                    </a:cubicBezTo>
                    <a:cubicBezTo>
                      <a:pt x="5316284" y="799624"/>
                      <a:pt x="5304663" y="803815"/>
                      <a:pt x="5294566" y="812102"/>
                    </a:cubicBezTo>
                    <a:cubicBezTo>
                      <a:pt x="5284089" y="820674"/>
                      <a:pt x="5272183" y="827437"/>
                      <a:pt x="5261229" y="835438"/>
                    </a:cubicBezTo>
                    <a:cubicBezTo>
                      <a:pt x="5255419" y="839724"/>
                      <a:pt x="5250656" y="845344"/>
                      <a:pt x="5245037" y="849821"/>
                    </a:cubicBezTo>
                    <a:cubicBezTo>
                      <a:pt x="5234750" y="858012"/>
                      <a:pt x="5224272" y="866013"/>
                      <a:pt x="5213699" y="873728"/>
                    </a:cubicBezTo>
                    <a:cubicBezTo>
                      <a:pt x="5203127" y="881444"/>
                      <a:pt x="5193030" y="890397"/>
                      <a:pt x="5181409" y="896017"/>
                    </a:cubicBezTo>
                    <a:cubicBezTo>
                      <a:pt x="5161598" y="905542"/>
                      <a:pt x="5139976" y="911257"/>
                      <a:pt x="5120735" y="921544"/>
                    </a:cubicBezTo>
                    <a:cubicBezTo>
                      <a:pt x="5101209" y="932021"/>
                      <a:pt x="5082826" y="945166"/>
                      <a:pt x="5065490" y="959072"/>
                    </a:cubicBezTo>
                    <a:cubicBezTo>
                      <a:pt x="5051774" y="970026"/>
                      <a:pt x="5038916" y="980885"/>
                      <a:pt x="5021675" y="986504"/>
                    </a:cubicBezTo>
                    <a:cubicBezTo>
                      <a:pt x="5012055" y="989648"/>
                      <a:pt x="5001959" y="996506"/>
                      <a:pt x="4996148" y="1004507"/>
                    </a:cubicBezTo>
                    <a:cubicBezTo>
                      <a:pt x="4983575" y="1021937"/>
                      <a:pt x="4967478" y="1034225"/>
                      <a:pt x="4949285" y="1044702"/>
                    </a:cubicBezTo>
                    <a:cubicBezTo>
                      <a:pt x="4924996" y="1058799"/>
                      <a:pt x="4900993" y="1073182"/>
                      <a:pt x="4876609" y="1086993"/>
                    </a:cubicBezTo>
                    <a:cubicBezTo>
                      <a:pt x="4862227" y="1095185"/>
                      <a:pt x="4847940" y="1103852"/>
                      <a:pt x="4832699" y="1109853"/>
                    </a:cubicBezTo>
                    <a:cubicBezTo>
                      <a:pt x="4801553" y="1122236"/>
                      <a:pt x="4769644" y="1132808"/>
                      <a:pt x="4738211" y="1144334"/>
                    </a:cubicBezTo>
                    <a:cubicBezTo>
                      <a:pt x="4727924" y="1148048"/>
                      <a:pt x="4718209" y="1153382"/>
                      <a:pt x="4707731" y="1156621"/>
                    </a:cubicBezTo>
                    <a:cubicBezTo>
                      <a:pt x="4696396" y="1160145"/>
                      <a:pt x="4684205" y="1161193"/>
                      <a:pt x="4672870" y="1164717"/>
                    </a:cubicBezTo>
                    <a:cubicBezTo>
                      <a:pt x="4654010" y="1170527"/>
                      <a:pt x="4635722" y="1177957"/>
                      <a:pt x="4616863" y="1183862"/>
                    </a:cubicBezTo>
                    <a:cubicBezTo>
                      <a:pt x="4580477" y="1195197"/>
                      <a:pt x="4543996" y="1206056"/>
                      <a:pt x="4507516" y="1216819"/>
                    </a:cubicBezTo>
                    <a:cubicBezTo>
                      <a:pt x="4499706" y="1219105"/>
                      <a:pt x="4491228" y="1219391"/>
                      <a:pt x="4483513" y="1221867"/>
                    </a:cubicBezTo>
                    <a:cubicBezTo>
                      <a:pt x="4463034" y="1228535"/>
                      <a:pt x="4442650" y="1235773"/>
                      <a:pt x="4422362" y="1243108"/>
                    </a:cubicBezTo>
                    <a:cubicBezTo>
                      <a:pt x="4410075" y="1247585"/>
                      <a:pt x="4398073" y="1253109"/>
                      <a:pt x="4385691" y="1257395"/>
                    </a:cubicBezTo>
                    <a:cubicBezTo>
                      <a:pt x="4375785" y="1260824"/>
                      <a:pt x="4365593" y="1263491"/>
                      <a:pt x="4355306" y="1265587"/>
                    </a:cubicBezTo>
                    <a:cubicBezTo>
                      <a:pt x="4346448" y="1267397"/>
                      <a:pt x="4337209" y="1267206"/>
                      <a:pt x="4328446" y="1269397"/>
                    </a:cubicBezTo>
                    <a:cubicBezTo>
                      <a:pt x="4304728" y="1275302"/>
                      <a:pt x="4281297" y="1281970"/>
                      <a:pt x="4257770" y="1288256"/>
                    </a:cubicBezTo>
                    <a:cubicBezTo>
                      <a:pt x="4248341" y="1290733"/>
                      <a:pt x="4238720" y="1292543"/>
                      <a:pt x="4229576" y="1295686"/>
                    </a:cubicBezTo>
                    <a:cubicBezTo>
                      <a:pt x="4205097" y="1303973"/>
                      <a:pt x="4180999" y="1313402"/>
                      <a:pt x="4156424" y="1321213"/>
                    </a:cubicBezTo>
                    <a:cubicBezTo>
                      <a:pt x="4136041" y="1327690"/>
                      <a:pt x="4115086" y="1332357"/>
                      <a:pt x="4094416" y="1338072"/>
                    </a:cubicBezTo>
                    <a:cubicBezTo>
                      <a:pt x="4085653" y="1340549"/>
                      <a:pt x="4077271" y="1344073"/>
                      <a:pt x="4068509" y="1346168"/>
                    </a:cubicBezTo>
                    <a:cubicBezTo>
                      <a:pt x="4048887" y="1350931"/>
                      <a:pt x="4028980" y="1354931"/>
                      <a:pt x="4009263" y="1359694"/>
                    </a:cubicBezTo>
                    <a:cubicBezTo>
                      <a:pt x="3998023" y="1362456"/>
                      <a:pt x="3987165" y="1367409"/>
                      <a:pt x="3975735" y="1369219"/>
                    </a:cubicBezTo>
                    <a:cubicBezTo>
                      <a:pt x="3948589" y="1373505"/>
                      <a:pt x="3921252" y="1376553"/>
                      <a:pt x="3893915" y="1379982"/>
                    </a:cubicBezTo>
                    <a:cubicBezTo>
                      <a:pt x="3865722" y="1383506"/>
                      <a:pt x="3837623" y="1387221"/>
                      <a:pt x="3809428" y="1390364"/>
                    </a:cubicBezTo>
                    <a:cubicBezTo>
                      <a:pt x="3793998" y="1391984"/>
                      <a:pt x="3778472" y="1392269"/>
                      <a:pt x="3763042" y="1393793"/>
                    </a:cubicBezTo>
                    <a:cubicBezTo>
                      <a:pt x="3749516" y="1395127"/>
                      <a:pt x="3736086" y="1397603"/>
                      <a:pt x="3722561" y="1399223"/>
                    </a:cubicBezTo>
                    <a:cubicBezTo>
                      <a:pt x="3710845" y="1400556"/>
                      <a:pt x="3699034" y="1401318"/>
                      <a:pt x="3687318" y="1402652"/>
                    </a:cubicBezTo>
                    <a:cubicBezTo>
                      <a:pt x="3668554" y="1404842"/>
                      <a:pt x="3649885" y="1407319"/>
                      <a:pt x="3631216" y="1409605"/>
                    </a:cubicBezTo>
                    <a:cubicBezTo>
                      <a:pt x="3623406" y="1410462"/>
                      <a:pt x="3615214" y="1412843"/>
                      <a:pt x="3607880" y="1411415"/>
                    </a:cubicBezTo>
                    <a:cubicBezTo>
                      <a:pt x="3589401" y="1407795"/>
                      <a:pt x="3571208" y="1408843"/>
                      <a:pt x="3552825" y="1411319"/>
                    </a:cubicBezTo>
                    <a:cubicBezTo>
                      <a:pt x="3546539" y="1412177"/>
                      <a:pt x="3539776" y="1411986"/>
                      <a:pt x="3533680" y="1410367"/>
                    </a:cubicBezTo>
                    <a:cubicBezTo>
                      <a:pt x="3521202" y="1407128"/>
                      <a:pt x="3509106" y="1402556"/>
                      <a:pt x="3496818" y="1398556"/>
                    </a:cubicBezTo>
                    <a:cubicBezTo>
                      <a:pt x="3495484" y="1398080"/>
                      <a:pt x="3493865" y="1397984"/>
                      <a:pt x="3492437" y="1397699"/>
                    </a:cubicBezTo>
                    <a:cubicBezTo>
                      <a:pt x="3484340" y="1396079"/>
                      <a:pt x="3476340" y="1394460"/>
                      <a:pt x="3468243" y="1393031"/>
                    </a:cubicBezTo>
                    <a:cubicBezTo>
                      <a:pt x="3463862" y="1392269"/>
                      <a:pt x="3459385" y="1392174"/>
                      <a:pt x="3455003" y="1391507"/>
                    </a:cubicBezTo>
                    <a:cubicBezTo>
                      <a:pt x="3438049" y="1388840"/>
                      <a:pt x="3419380" y="1393317"/>
                      <a:pt x="3404711" y="1381792"/>
                    </a:cubicBezTo>
                    <a:cubicBezTo>
                      <a:pt x="3395186" y="1374362"/>
                      <a:pt x="3385947" y="1376077"/>
                      <a:pt x="3375756" y="1377220"/>
                    </a:cubicBezTo>
                    <a:cubicBezTo>
                      <a:pt x="3368040" y="1378077"/>
                      <a:pt x="3360134" y="1377791"/>
                      <a:pt x="3352324" y="1377887"/>
                    </a:cubicBezTo>
                    <a:cubicBezTo>
                      <a:pt x="3338608" y="1378172"/>
                      <a:pt x="3324892" y="1378268"/>
                      <a:pt x="3311176" y="1378744"/>
                    </a:cubicBezTo>
                    <a:cubicBezTo>
                      <a:pt x="3306794" y="1378934"/>
                      <a:pt x="3302318" y="1381316"/>
                      <a:pt x="3298031" y="1380935"/>
                    </a:cubicBezTo>
                    <a:cubicBezTo>
                      <a:pt x="3278219" y="1379125"/>
                      <a:pt x="3258407" y="1376267"/>
                      <a:pt x="3238595" y="1374648"/>
                    </a:cubicBezTo>
                    <a:cubicBezTo>
                      <a:pt x="3227356" y="1373696"/>
                      <a:pt x="3215830" y="1375505"/>
                      <a:pt x="3204686" y="1374172"/>
                    </a:cubicBezTo>
                    <a:cubicBezTo>
                      <a:pt x="3191828" y="1372648"/>
                      <a:pt x="3179255" y="1368743"/>
                      <a:pt x="3166491" y="1366361"/>
                    </a:cubicBezTo>
                    <a:cubicBezTo>
                      <a:pt x="3162967" y="1365695"/>
                      <a:pt x="3159062" y="1366552"/>
                      <a:pt x="3155347" y="1366742"/>
                    </a:cubicBezTo>
                    <a:cubicBezTo>
                      <a:pt x="3151156" y="1366933"/>
                      <a:pt x="3147060" y="1367314"/>
                      <a:pt x="3142869" y="1367409"/>
                    </a:cubicBezTo>
                    <a:cubicBezTo>
                      <a:pt x="3130105" y="1367600"/>
                      <a:pt x="3117342" y="1367314"/>
                      <a:pt x="3104578" y="1367981"/>
                    </a:cubicBezTo>
                    <a:cubicBezTo>
                      <a:pt x="3096768" y="1368362"/>
                      <a:pt x="3088577" y="1372267"/>
                      <a:pt x="3081337" y="1370838"/>
                    </a:cubicBezTo>
                    <a:cubicBezTo>
                      <a:pt x="3066574" y="1368076"/>
                      <a:pt x="3051810" y="1374267"/>
                      <a:pt x="3037047" y="1369124"/>
                    </a:cubicBezTo>
                    <a:cubicBezTo>
                      <a:pt x="3032474" y="1367600"/>
                      <a:pt x="3026188" y="1371410"/>
                      <a:pt x="3020663" y="1371600"/>
                    </a:cubicBezTo>
                    <a:cubicBezTo>
                      <a:pt x="3006852" y="1372076"/>
                      <a:pt x="2993041" y="1371981"/>
                      <a:pt x="2979230" y="1371886"/>
                    </a:cubicBezTo>
                    <a:cubicBezTo>
                      <a:pt x="2966847" y="1371791"/>
                      <a:pt x="2953988" y="1373124"/>
                      <a:pt x="2942082" y="1370457"/>
                    </a:cubicBezTo>
                    <a:cubicBezTo>
                      <a:pt x="2929604" y="1367600"/>
                      <a:pt x="2918365" y="1367981"/>
                      <a:pt x="2906268" y="1371219"/>
                    </a:cubicBezTo>
                    <a:cubicBezTo>
                      <a:pt x="2897981" y="1373410"/>
                      <a:pt x="2889218" y="1373696"/>
                      <a:pt x="2880646" y="1374362"/>
                    </a:cubicBezTo>
                    <a:cubicBezTo>
                      <a:pt x="2871407" y="1375124"/>
                      <a:pt x="2861215" y="1373124"/>
                      <a:pt x="2852833" y="1376267"/>
                    </a:cubicBezTo>
                    <a:cubicBezTo>
                      <a:pt x="2827877" y="1385602"/>
                      <a:pt x="2802255" y="1387602"/>
                      <a:pt x="2776157" y="1387602"/>
                    </a:cubicBezTo>
                    <a:cubicBezTo>
                      <a:pt x="2771394" y="1387602"/>
                      <a:pt x="2766536" y="1386269"/>
                      <a:pt x="2761965" y="1384840"/>
                    </a:cubicBezTo>
                    <a:cubicBezTo>
                      <a:pt x="2735294" y="1376267"/>
                      <a:pt x="2708529" y="1377029"/>
                      <a:pt x="2681383" y="1382268"/>
                    </a:cubicBezTo>
                    <a:cubicBezTo>
                      <a:pt x="2675763" y="1383411"/>
                      <a:pt x="2669477" y="1383602"/>
                      <a:pt x="2663857" y="1382459"/>
                    </a:cubicBezTo>
                    <a:cubicBezTo>
                      <a:pt x="2648045" y="1379125"/>
                      <a:pt x="2632710" y="1373600"/>
                      <a:pt x="2616803" y="1371219"/>
                    </a:cubicBezTo>
                    <a:cubicBezTo>
                      <a:pt x="2590515" y="1367314"/>
                      <a:pt x="2567750" y="1380458"/>
                      <a:pt x="2544223" y="1389031"/>
                    </a:cubicBezTo>
                    <a:cubicBezTo>
                      <a:pt x="2521839" y="1397127"/>
                      <a:pt x="2502789" y="1415415"/>
                      <a:pt x="2476309" y="1411319"/>
                    </a:cubicBezTo>
                    <a:cubicBezTo>
                      <a:pt x="2473643" y="1410938"/>
                      <a:pt x="2470690" y="1413510"/>
                      <a:pt x="2467737" y="1414177"/>
                    </a:cubicBezTo>
                    <a:cubicBezTo>
                      <a:pt x="2459641" y="1415987"/>
                      <a:pt x="2451545" y="1418177"/>
                      <a:pt x="2443353" y="1419035"/>
                    </a:cubicBezTo>
                    <a:cubicBezTo>
                      <a:pt x="2433352" y="1420178"/>
                      <a:pt x="2423160" y="1419797"/>
                      <a:pt x="2413159" y="1420749"/>
                    </a:cubicBezTo>
                    <a:cubicBezTo>
                      <a:pt x="2400300" y="1421892"/>
                      <a:pt x="2387632" y="1424940"/>
                      <a:pt x="2374868" y="1424940"/>
                    </a:cubicBezTo>
                    <a:cubicBezTo>
                      <a:pt x="2364581" y="1424940"/>
                      <a:pt x="2354389" y="1421416"/>
                      <a:pt x="2344198" y="1419701"/>
                    </a:cubicBezTo>
                    <a:cubicBezTo>
                      <a:pt x="2329815" y="1417320"/>
                      <a:pt x="2314003" y="1417987"/>
                      <a:pt x="2301335" y="1411891"/>
                    </a:cubicBezTo>
                    <a:cubicBezTo>
                      <a:pt x="2287810" y="1405414"/>
                      <a:pt x="2274951" y="1402461"/>
                      <a:pt x="2260949" y="1404461"/>
                    </a:cubicBezTo>
                    <a:cubicBezTo>
                      <a:pt x="2256282" y="1405128"/>
                      <a:pt x="2250281" y="1409129"/>
                      <a:pt x="2248186" y="1413224"/>
                    </a:cubicBezTo>
                    <a:cubicBezTo>
                      <a:pt x="2243518" y="1422368"/>
                      <a:pt x="2237137" y="1423988"/>
                      <a:pt x="2228469" y="1420844"/>
                    </a:cubicBezTo>
                    <a:cubicBezTo>
                      <a:pt x="2220944" y="1418177"/>
                      <a:pt x="2211705" y="1416844"/>
                      <a:pt x="2206562" y="1411700"/>
                    </a:cubicBezTo>
                    <a:cubicBezTo>
                      <a:pt x="2191988" y="1397127"/>
                      <a:pt x="2173414" y="1396651"/>
                      <a:pt x="2155317" y="1392746"/>
                    </a:cubicBezTo>
                    <a:cubicBezTo>
                      <a:pt x="2144269" y="1390364"/>
                      <a:pt x="2133981" y="1390269"/>
                      <a:pt x="2122932" y="1391888"/>
                    </a:cubicBezTo>
                    <a:cubicBezTo>
                      <a:pt x="2098930" y="1395508"/>
                      <a:pt x="2075593" y="1390364"/>
                      <a:pt x="2052542" y="1383792"/>
                    </a:cubicBezTo>
                    <a:cubicBezTo>
                      <a:pt x="2037302" y="1379411"/>
                      <a:pt x="2021681" y="1376744"/>
                      <a:pt x="2006537" y="1372267"/>
                    </a:cubicBezTo>
                    <a:cubicBezTo>
                      <a:pt x="1995202" y="1368838"/>
                      <a:pt x="1983868" y="1364742"/>
                      <a:pt x="1973486" y="1359218"/>
                    </a:cubicBezTo>
                    <a:cubicBezTo>
                      <a:pt x="1958435" y="1351121"/>
                      <a:pt x="1945292" y="1338929"/>
                      <a:pt x="1926146" y="1342168"/>
                    </a:cubicBezTo>
                    <a:cubicBezTo>
                      <a:pt x="1909286" y="1345025"/>
                      <a:pt x="1894047" y="1339025"/>
                      <a:pt x="1878616" y="1333310"/>
                    </a:cubicBezTo>
                    <a:cubicBezTo>
                      <a:pt x="1867281" y="1329119"/>
                      <a:pt x="1855948" y="1324832"/>
                      <a:pt x="1844231" y="1322165"/>
                    </a:cubicBezTo>
                    <a:cubicBezTo>
                      <a:pt x="1830324" y="1319022"/>
                      <a:pt x="1814608" y="1320356"/>
                      <a:pt x="1802225" y="1314545"/>
                    </a:cubicBezTo>
                    <a:cubicBezTo>
                      <a:pt x="1789271" y="1308449"/>
                      <a:pt x="1778509" y="1312545"/>
                      <a:pt x="1766983" y="1314260"/>
                    </a:cubicBezTo>
                    <a:cubicBezTo>
                      <a:pt x="1748600" y="1316927"/>
                      <a:pt x="1730311" y="1321880"/>
                      <a:pt x="1711738" y="1315593"/>
                    </a:cubicBezTo>
                    <a:cubicBezTo>
                      <a:pt x="1689164" y="1307973"/>
                      <a:pt x="1666780" y="1299782"/>
                      <a:pt x="1644111" y="1292543"/>
                    </a:cubicBezTo>
                    <a:cubicBezTo>
                      <a:pt x="1635347" y="1289780"/>
                      <a:pt x="1625919" y="1288637"/>
                      <a:pt x="1616774" y="1287399"/>
                    </a:cubicBezTo>
                    <a:cubicBezTo>
                      <a:pt x="1608107" y="1286351"/>
                      <a:pt x="1597725" y="1289018"/>
                      <a:pt x="1591056" y="1285018"/>
                    </a:cubicBezTo>
                    <a:cubicBezTo>
                      <a:pt x="1573911" y="1274731"/>
                      <a:pt x="1556291" y="1269683"/>
                      <a:pt x="1536478" y="1269683"/>
                    </a:cubicBezTo>
                    <a:cubicBezTo>
                      <a:pt x="1529048" y="1269683"/>
                      <a:pt x="1521809" y="1265396"/>
                      <a:pt x="1514285" y="1264634"/>
                    </a:cubicBezTo>
                    <a:cubicBezTo>
                      <a:pt x="1503997" y="1263682"/>
                      <a:pt x="1492186" y="1261110"/>
                      <a:pt x="1483233" y="1264730"/>
                    </a:cubicBezTo>
                    <a:cubicBezTo>
                      <a:pt x="1462183" y="1273302"/>
                      <a:pt x="1445134" y="1266158"/>
                      <a:pt x="1426750" y="1257681"/>
                    </a:cubicBezTo>
                    <a:cubicBezTo>
                      <a:pt x="1408652" y="1249299"/>
                      <a:pt x="1389602" y="1242632"/>
                      <a:pt x="1370362" y="1237107"/>
                    </a:cubicBezTo>
                    <a:cubicBezTo>
                      <a:pt x="1363123" y="1235107"/>
                      <a:pt x="1354456" y="1238441"/>
                      <a:pt x="1346454" y="1239107"/>
                    </a:cubicBezTo>
                    <a:cubicBezTo>
                      <a:pt x="1343596" y="1239298"/>
                      <a:pt x="1340453" y="1239584"/>
                      <a:pt x="1337882" y="1238631"/>
                    </a:cubicBezTo>
                    <a:cubicBezTo>
                      <a:pt x="1313022" y="1229487"/>
                      <a:pt x="1287780" y="1222534"/>
                      <a:pt x="1260825" y="1227296"/>
                    </a:cubicBezTo>
                    <a:cubicBezTo>
                      <a:pt x="1258349" y="1227773"/>
                      <a:pt x="1255586" y="1226725"/>
                      <a:pt x="1253109" y="1226058"/>
                    </a:cubicBezTo>
                    <a:cubicBezTo>
                      <a:pt x="1241012" y="1222629"/>
                      <a:pt x="1229201" y="1217200"/>
                      <a:pt x="1216915" y="1215962"/>
                    </a:cubicBezTo>
                    <a:cubicBezTo>
                      <a:pt x="1186625" y="1212914"/>
                      <a:pt x="1156146" y="1211675"/>
                      <a:pt x="1125664" y="1209675"/>
                    </a:cubicBezTo>
                    <a:cubicBezTo>
                      <a:pt x="1123759" y="1209580"/>
                      <a:pt x="1121759" y="1209580"/>
                      <a:pt x="1120045" y="1208913"/>
                    </a:cubicBezTo>
                    <a:cubicBezTo>
                      <a:pt x="1108805" y="1204817"/>
                      <a:pt x="1098995" y="1206151"/>
                      <a:pt x="1089469" y="1213961"/>
                    </a:cubicBezTo>
                    <a:cubicBezTo>
                      <a:pt x="1085278" y="1217390"/>
                      <a:pt x="1079563" y="1219200"/>
                      <a:pt x="1074325" y="1221105"/>
                    </a:cubicBezTo>
                    <a:cubicBezTo>
                      <a:pt x="1066609" y="1223963"/>
                      <a:pt x="1058704" y="1226725"/>
                      <a:pt x="1050703" y="1228535"/>
                    </a:cubicBezTo>
                    <a:cubicBezTo>
                      <a:pt x="1042797" y="1230249"/>
                      <a:pt x="1034320" y="1232630"/>
                      <a:pt x="1026700" y="1231297"/>
                    </a:cubicBezTo>
                    <a:cubicBezTo>
                      <a:pt x="1012984" y="1228916"/>
                      <a:pt x="999934" y="1223582"/>
                      <a:pt x="986409" y="1220057"/>
                    </a:cubicBezTo>
                    <a:cubicBezTo>
                      <a:pt x="981742" y="1218819"/>
                      <a:pt x="976598" y="1219010"/>
                      <a:pt x="971741" y="1218914"/>
                    </a:cubicBezTo>
                    <a:cubicBezTo>
                      <a:pt x="960596" y="1218629"/>
                      <a:pt x="949166" y="1221391"/>
                      <a:pt x="939070" y="1213485"/>
                    </a:cubicBezTo>
                    <a:cubicBezTo>
                      <a:pt x="929736" y="1206056"/>
                      <a:pt x="920305" y="1208246"/>
                      <a:pt x="910495" y="1213866"/>
                    </a:cubicBezTo>
                    <a:cubicBezTo>
                      <a:pt x="903446" y="1217867"/>
                      <a:pt x="895446" y="1221010"/>
                      <a:pt x="887540" y="1222534"/>
                    </a:cubicBezTo>
                    <a:cubicBezTo>
                      <a:pt x="876681" y="1224629"/>
                      <a:pt x="865918" y="1225487"/>
                      <a:pt x="854202" y="1224248"/>
                    </a:cubicBezTo>
                    <a:cubicBezTo>
                      <a:pt x="845915" y="1223391"/>
                      <a:pt x="839152" y="1223010"/>
                      <a:pt x="832675" y="1217962"/>
                    </a:cubicBezTo>
                    <a:cubicBezTo>
                      <a:pt x="831628" y="1217200"/>
                      <a:pt x="829723" y="1217009"/>
                      <a:pt x="828294" y="1217105"/>
                    </a:cubicBezTo>
                    <a:cubicBezTo>
                      <a:pt x="809530" y="1218724"/>
                      <a:pt x="790956" y="1217867"/>
                      <a:pt x="772001" y="1216723"/>
                    </a:cubicBezTo>
                    <a:cubicBezTo>
                      <a:pt x="747904" y="1215200"/>
                      <a:pt x="722566" y="1219676"/>
                      <a:pt x="701707" y="1235678"/>
                    </a:cubicBezTo>
                    <a:cubicBezTo>
                      <a:pt x="698659" y="1238060"/>
                      <a:pt x="694087" y="1239107"/>
                      <a:pt x="690086" y="1239679"/>
                    </a:cubicBezTo>
                    <a:cubicBezTo>
                      <a:pt x="671227" y="1242155"/>
                      <a:pt x="652272" y="1243870"/>
                      <a:pt x="633412" y="1246632"/>
                    </a:cubicBezTo>
                    <a:cubicBezTo>
                      <a:pt x="623125" y="1248156"/>
                      <a:pt x="612362" y="1249490"/>
                      <a:pt x="603028" y="1253681"/>
                    </a:cubicBezTo>
                    <a:cubicBezTo>
                      <a:pt x="593885" y="1257776"/>
                      <a:pt x="586549" y="1262634"/>
                      <a:pt x="581120" y="1254062"/>
                    </a:cubicBezTo>
                    <a:cubicBezTo>
                      <a:pt x="571406" y="1258634"/>
                      <a:pt x="562927" y="1262444"/>
                      <a:pt x="554642" y="1266539"/>
                    </a:cubicBezTo>
                    <a:cubicBezTo>
                      <a:pt x="551593" y="1268063"/>
                      <a:pt x="549021" y="1270540"/>
                      <a:pt x="545973" y="1271969"/>
                    </a:cubicBezTo>
                    <a:cubicBezTo>
                      <a:pt x="542734" y="1273493"/>
                      <a:pt x="539115" y="1274445"/>
                      <a:pt x="535591" y="1275207"/>
                    </a:cubicBezTo>
                    <a:cubicBezTo>
                      <a:pt x="519874" y="1278636"/>
                      <a:pt x="504158" y="1281779"/>
                      <a:pt x="488538" y="1285494"/>
                    </a:cubicBezTo>
                    <a:cubicBezTo>
                      <a:pt x="485489" y="1286256"/>
                      <a:pt x="482917" y="1289304"/>
                      <a:pt x="480155" y="1291304"/>
                    </a:cubicBezTo>
                    <a:cubicBezTo>
                      <a:pt x="478345" y="1292638"/>
                      <a:pt x="476536" y="1294638"/>
                      <a:pt x="474535" y="1294924"/>
                    </a:cubicBezTo>
                    <a:cubicBezTo>
                      <a:pt x="459295" y="1297210"/>
                      <a:pt x="444151" y="1299877"/>
                      <a:pt x="428816" y="1301020"/>
                    </a:cubicBezTo>
                    <a:cubicBezTo>
                      <a:pt x="415957" y="1301972"/>
                      <a:pt x="403574" y="1301687"/>
                      <a:pt x="400241" y="1318260"/>
                    </a:cubicBezTo>
                    <a:cubicBezTo>
                      <a:pt x="399669" y="1321118"/>
                      <a:pt x="395573" y="1324166"/>
                      <a:pt x="392431" y="1325594"/>
                    </a:cubicBezTo>
                    <a:cubicBezTo>
                      <a:pt x="383477" y="1329690"/>
                      <a:pt x="373951" y="1332452"/>
                      <a:pt x="365093" y="1336643"/>
                    </a:cubicBezTo>
                    <a:cubicBezTo>
                      <a:pt x="336042" y="1350645"/>
                      <a:pt x="305658" y="1359503"/>
                      <a:pt x="273177" y="1357884"/>
                    </a:cubicBezTo>
                    <a:cubicBezTo>
                      <a:pt x="263081" y="1357408"/>
                      <a:pt x="253270" y="1352264"/>
                      <a:pt x="246888" y="1350359"/>
                    </a:cubicBezTo>
                    <a:cubicBezTo>
                      <a:pt x="228506" y="1357884"/>
                      <a:pt x="213075" y="1365123"/>
                      <a:pt x="196977" y="1370552"/>
                    </a:cubicBezTo>
                    <a:cubicBezTo>
                      <a:pt x="182785" y="1375410"/>
                      <a:pt x="167926" y="1378458"/>
                      <a:pt x="153352" y="1381982"/>
                    </a:cubicBezTo>
                    <a:cubicBezTo>
                      <a:pt x="148018" y="1383316"/>
                      <a:pt x="142589" y="1384078"/>
                      <a:pt x="137160" y="1384745"/>
                    </a:cubicBezTo>
                    <a:cubicBezTo>
                      <a:pt x="120206" y="1386840"/>
                      <a:pt x="102489" y="1381792"/>
                      <a:pt x="85917" y="1389793"/>
                    </a:cubicBezTo>
                    <a:cubicBezTo>
                      <a:pt x="77248" y="1393984"/>
                      <a:pt x="68675" y="1399032"/>
                      <a:pt x="59532" y="1401223"/>
                    </a:cubicBezTo>
                    <a:cubicBezTo>
                      <a:pt x="49721" y="1403604"/>
                      <a:pt x="40124" y="1407319"/>
                      <a:pt x="30325" y="1409974"/>
                    </a:cubicBezTo>
                    <a:lnTo>
                      <a:pt x="0" y="1412360"/>
                    </a:lnTo>
                    <a:lnTo>
                      <a:pt x="0" y="1058622"/>
                    </a:lnTo>
                    <a:lnTo>
                      <a:pt x="17145" y="1060228"/>
                    </a:lnTo>
                    <a:cubicBezTo>
                      <a:pt x="26480" y="1061561"/>
                      <a:pt x="35528" y="1066133"/>
                      <a:pt x="44672" y="1066324"/>
                    </a:cubicBezTo>
                    <a:cubicBezTo>
                      <a:pt x="59055" y="1066610"/>
                      <a:pt x="71819" y="1068419"/>
                      <a:pt x="84677" y="1076230"/>
                    </a:cubicBezTo>
                    <a:cubicBezTo>
                      <a:pt x="104108" y="1087946"/>
                      <a:pt x="120110" y="1082993"/>
                      <a:pt x="132017" y="1064990"/>
                    </a:cubicBezTo>
                    <a:cubicBezTo>
                      <a:pt x="133255" y="1063181"/>
                      <a:pt x="134874" y="1060799"/>
                      <a:pt x="136779" y="1060323"/>
                    </a:cubicBezTo>
                    <a:cubicBezTo>
                      <a:pt x="153639" y="1056132"/>
                      <a:pt x="170974" y="1048131"/>
                      <a:pt x="187547" y="1049179"/>
                    </a:cubicBezTo>
                    <a:cubicBezTo>
                      <a:pt x="216789" y="1051084"/>
                      <a:pt x="244316" y="1048798"/>
                      <a:pt x="270891" y="1036415"/>
                    </a:cubicBezTo>
                    <a:cubicBezTo>
                      <a:pt x="272510" y="1035653"/>
                      <a:pt x="274987" y="1034891"/>
                      <a:pt x="276320" y="1035558"/>
                    </a:cubicBezTo>
                    <a:cubicBezTo>
                      <a:pt x="292322" y="1043845"/>
                      <a:pt x="309848" y="1050417"/>
                      <a:pt x="323755" y="1061561"/>
                    </a:cubicBezTo>
                    <a:cubicBezTo>
                      <a:pt x="336995" y="1072134"/>
                      <a:pt x="352997" y="1072229"/>
                      <a:pt x="361855" y="1057942"/>
                    </a:cubicBezTo>
                    <a:cubicBezTo>
                      <a:pt x="366236" y="1050893"/>
                      <a:pt x="372332" y="1042702"/>
                      <a:pt x="379571" y="1039939"/>
                    </a:cubicBezTo>
                    <a:cubicBezTo>
                      <a:pt x="395954" y="1033653"/>
                      <a:pt x="413481" y="1030414"/>
                      <a:pt x="430530" y="1025747"/>
                    </a:cubicBezTo>
                    <a:cubicBezTo>
                      <a:pt x="451581" y="1020032"/>
                      <a:pt x="472345" y="1020032"/>
                      <a:pt x="493300" y="1027176"/>
                    </a:cubicBezTo>
                    <a:cubicBezTo>
                      <a:pt x="508064" y="1032224"/>
                      <a:pt x="523113" y="1032224"/>
                      <a:pt x="537782" y="1025366"/>
                    </a:cubicBezTo>
                    <a:cubicBezTo>
                      <a:pt x="545687" y="1021652"/>
                      <a:pt x="553784" y="1017842"/>
                      <a:pt x="562166" y="1015746"/>
                    </a:cubicBezTo>
                    <a:cubicBezTo>
                      <a:pt x="567595" y="1014412"/>
                      <a:pt x="573881" y="1015651"/>
                      <a:pt x="579596" y="1016699"/>
                    </a:cubicBezTo>
                    <a:cubicBezTo>
                      <a:pt x="590645" y="1018794"/>
                      <a:pt x="602075" y="1025176"/>
                      <a:pt x="612362" y="1023557"/>
                    </a:cubicBezTo>
                    <a:cubicBezTo>
                      <a:pt x="647891" y="1017842"/>
                      <a:pt x="681419" y="1031272"/>
                      <a:pt x="716090" y="1031653"/>
                    </a:cubicBezTo>
                    <a:cubicBezTo>
                      <a:pt x="731806" y="1031843"/>
                      <a:pt x="747332" y="1034891"/>
                      <a:pt x="758381" y="1018985"/>
                    </a:cubicBezTo>
                    <a:cubicBezTo>
                      <a:pt x="759809" y="1016889"/>
                      <a:pt x="766763" y="1018032"/>
                      <a:pt x="771049" y="1018699"/>
                    </a:cubicBezTo>
                    <a:cubicBezTo>
                      <a:pt x="780574" y="1020128"/>
                      <a:pt x="790004" y="1023747"/>
                      <a:pt x="799433" y="1023652"/>
                    </a:cubicBezTo>
                    <a:cubicBezTo>
                      <a:pt x="818960" y="1023557"/>
                      <a:pt x="838581" y="1022033"/>
                      <a:pt x="858012" y="1020318"/>
                    </a:cubicBezTo>
                    <a:cubicBezTo>
                      <a:pt x="865346" y="1019651"/>
                      <a:pt x="872395" y="1017080"/>
                      <a:pt x="879634" y="1015270"/>
                    </a:cubicBezTo>
                    <a:cubicBezTo>
                      <a:pt x="883634" y="1014222"/>
                      <a:pt x="887921" y="1011460"/>
                      <a:pt x="891635" y="1012031"/>
                    </a:cubicBezTo>
                    <a:cubicBezTo>
                      <a:pt x="913162" y="1015365"/>
                      <a:pt x="932879" y="1007174"/>
                      <a:pt x="953262" y="1003078"/>
                    </a:cubicBezTo>
                    <a:cubicBezTo>
                      <a:pt x="962692" y="1001173"/>
                      <a:pt x="971550" y="996601"/>
                      <a:pt x="980694" y="993458"/>
                    </a:cubicBezTo>
                    <a:cubicBezTo>
                      <a:pt x="983075" y="992600"/>
                      <a:pt x="985742" y="991838"/>
                      <a:pt x="988124" y="992029"/>
                    </a:cubicBezTo>
                    <a:cubicBezTo>
                      <a:pt x="1001744" y="993172"/>
                      <a:pt x="1015270" y="994791"/>
                      <a:pt x="1028795" y="996029"/>
                    </a:cubicBezTo>
                    <a:cubicBezTo>
                      <a:pt x="1041083" y="997172"/>
                      <a:pt x="1053465" y="997553"/>
                      <a:pt x="1059275" y="1011555"/>
                    </a:cubicBezTo>
                    <a:cubicBezTo>
                      <a:pt x="1060133" y="1013746"/>
                      <a:pt x="1062990" y="1015365"/>
                      <a:pt x="1065181" y="1016794"/>
                    </a:cubicBezTo>
                    <a:cubicBezTo>
                      <a:pt x="1098995" y="1038797"/>
                      <a:pt x="1117092" y="1038225"/>
                      <a:pt x="1150144" y="1014984"/>
                    </a:cubicBezTo>
                    <a:cubicBezTo>
                      <a:pt x="1153573" y="1012603"/>
                      <a:pt x="1160907" y="1010888"/>
                      <a:pt x="1163193" y="1012793"/>
                    </a:cubicBezTo>
                    <a:cubicBezTo>
                      <a:pt x="1182624" y="1028605"/>
                      <a:pt x="1203865" y="1026890"/>
                      <a:pt x="1226249" y="1021937"/>
                    </a:cubicBezTo>
                    <a:cubicBezTo>
                      <a:pt x="1232059" y="1020604"/>
                      <a:pt x="1240251" y="1020604"/>
                      <a:pt x="1244632" y="1023747"/>
                    </a:cubicBezTo>
                    <a:cubicBezTo>
                      <a:pt x="1265492" y="1038320"/>
                      <a:pt x="1287876" y="1036225"/>
                      <a:pt x="1310545" y="1031939"/>
                    </a:cubicBezTo>
                    <a:cubicBezTo>
                      <a:pt x="1314069" y="1031272"/>
                      <a:pt x="1318356" y="1027652"/>
                      <a:pt x="1319879" y="1024319"/>
                    </a:cubicBezTo>
                    <a:cubicBezTo>
                      <a:pt x="1325309" y="1012508"/>
                      <a:pt x="1335501" y="1008507"/>
                      <a:pt x="1346740" y="1005173"/>
                    </a:cubicBezTo>
                    <a:cubicBezTo>
                      <a:pt x="1364457" y="999744"/>
                      <a:pt x="1381887" y="993362"/>
                      <a:pt x="1399699" y="988219"/>
                    </a:cubicBezTo>
                    <a:cubicBezTo>
                      <a:pt x="1404081" y="986981"/>
                      <a:pt x="1409510" y="987743"/>
                      <a:pt x="1414082" y="989171"/>
                    </a:cubicBezTo>
                    <a:cubicBezTo>
                      <a:pt x="1429703" y="994029"/>
                      <a:pt x="1439609" y="1006221"/>
                      <a:pt x="1450467" y="1017461"/>
                    </a:cubicBezTo>
                    <a:cubicBezTo>
                      <a:pt x="1455230" y="1022414"/>
                      <a:pt x="1461802" y="1025938"/>
                      <a:pt x="1468184" y="1028795"/>
                    </a:cubicBezTo>
                    <a:cubicBezTo>
                      <a:pt x="1484757" y="1036130"/>
                      <a:pt x="1501712" y="1042702"/>
                      <a:pt x="1518476" y="1049655"/>
                    </a:cubicBezTo>
                    <a:cubicBezTo>
                      <a:pt x="1520095" y="1050322"/>
                      <a:pt x="1521428" y="1052036"/>
                      <a:pt x="1522667" y="1053465"/>
                    </a:cubicBezTo>
                    <a:cubicBezTo>
                      <a:pt x="1535049" y="1068515"/>
                      <a:pt x="1547336" y="1083659"/>
                      <a:pt x="1559814" y="1098709"/>
                    </a:cubicBezTo>
                    <a:cubicBezTo>
                      <a:pt x="1562195" y="1101566"/>
                      <a:pt x="1565625" y="1103662"/>
                      <a:pt x="1568196" y="1106424"/>
                    </a:cubicBezTo>
                    <a:cubicBezTo>
                      <a:pt x="1571816" y="1110234"/>
                      <a:pt x="1576388" y="1113854"/>
                      <a:pt x="1578293" y="1118426"/>
                    </a:cubicBezTo>
                    <a:cubicBezTo>
                      <a:pt x="1584198" y="1132808"/>
                      <a:pt x="1595533" y="1139000"/>
                      <a:pt x="1609820" y="1141667"/>
                    </a:cubicBezTo>
                    <a:cubicBezTo>
                      <a:pt x="1622870" y="1144143"/>
                      <a:pt x="1635919" y="1146239"/>
                      <a:pt x="1648873" y="1149096"/>
                    </a:cubicBezTo>
                    <a:cubicBezTo>
                      <a:pt x="1664684" y="1152525"/>
                      <a:pt x="1680401" y="1156240"/>
                      <a:pt x="1696022" y="1160431"/>
                    </a:cubicBezTo>
                    <a:cubicBezTo>
                      <a:pt x="1702784" y="1162241"/>
                      <a:pt x="1709928" y="1164336"/>
                      <a:pt x="1715739" y="1168051"/>
                    </a:cubicBezTo>
                    <a:cubicBezTo>
                      <a:pt x="1732026" y="1178338"/>
                      <a:pt x="1749457" y="1185291"/>
                      <a:pt x="1768602" y="1182529"/>
                    </a:cubicBezTo>
                    <a:cubicBezTo>
                      <a:pt x="1783937" y="1180338"/>
                      <a:pt x="1796796" y="1185958"/>
                      <a:pt x="1806321" y="1194721"/>
                    </a:cubicBezTo>
                    <a:cubicBezTo>
                      <a:pt x="1823657" y="1210628"/>
                      <a:pt x="1842230" y="1207008"/>
                      <a:pt x="1860709" y="1201865"/>
                    </a:cubicBezTo>
                    <a:cubicBezTo>
                      <a:pt x="1870234" y="1199198"/>
                      <a:pt x="1878044" y="1199579"/>
                      <a:pt x="1887093" y="1202150"/>
                    </a:cubicBezTo>
                    <a:cubicBezTo>
                      <a:pt x="1908048" y="1208151"/>
                      <a:pt x="1922050" y="1224439"/>
                      <a:pt x="1935575" y="1238726"/>
                    </a:cubicBezTo>
                    <a:cubicBezTo>
                      <a:pt x="1947101" y="1250918"/>
                      <a:pt x="1960055" y="1257776"/>
                      <a:pt x="1974247" y="1262920"/>
                    </a:cubicBezTo>
                    <a:cubicBezTo>
                      <a:pt x="1992154" y="1269492"/>
                      <a:pt x="2006346" y="1267016"/>
                      <a:pt x="2014919" y="1251204"/>
                    </a:cubicBezTo>
                    <a:cubicBezTo>
                      <a:pt x="2017300" y="1246727"/>
                      <a:pt x="2021491" y="1241488"/>
                      <a:pt x="2025968" y="1240155"/>
                    </a:cubicBezTo>
                    <a:cubicBezTo>
                      <a:pt x="2047589" y="1233488"/>
                      <a:pt x="2069497" y="1223772"/>
                      <a:pt x="2092643" y="1229678"/>
                    </a:cubicBezTo>
                    <a:cubicBezTo>
                      <a:pt x="2124647" y="1237774"/>
                      <a:pt x="2155889" y="1237298"/>
                      <a:pt x="2187893" y="1229297"/>
                    </a:cubicBezTo>
                    <a:cubicBezTo>
                      <a:pt x="2239804" y="1216343"/>
                      <a:pt x="2291715" y="1202627"/>
                      <a:pt x="2346294" y="1205484"/>
                    </a:cubicBezTo>
                    <a:cubicBezTo>
                      <a:pt x="2355342" y="1205960"/>
                      <a:pt x="2366105" y="1200150"/>
                      <a:pt x="2373916" y="1194435"/>
                    </a:cubicBezTo>
                    <a:cubicBezTo>
                      <a:pt x="2388870" y="1183577"/>
                      <a:pt x="2388203" y="1182719"/>
                      <a:pt x="2404967" y="1191673"/>
                    </a:cubicBezTo>
                    <a:cubicBezTo>
                      <a:pt x="2408968" y="1193864"/>
                      <a:pt x="2413921" y="1195197"/>
                      <a:pt x="2416874" y="1198436"/>
                    </a:cubicBezTo>
                    <a:cubicBezTo>
                      <a:pt x="2431923" y="1214914"/>
                      <a:pt x="2450497" y="1210913"/>
                      <a:pt x="2468975" y="1208532"/>
                    </a:cubicBezTo>
                    <a:cubicBezTo>
                      <a:pt x="2472214" y="1208056"/>
                      <a:pt x="2476119" y="1207389"/>
                      <a:pt x="2478882" y="1208723"/>
                    </a:cubicBezTo>
                    <a:cubicBezTo>
                      <a:pt x="2491359" y="1214723"/>
                      <a:pt x="2501932" y="1212628"/>
                      <a:pt x="2512791" y="1204436"/>
                    </a:cubicBezTo>
                    <a:cubicBezTo>
                      <a:pt x="2522220" y="1197388"/>
                      <a:pt x="2533079" y="1193197"/>
                      <a:pt x="2544223" y="1201960"/>
                    </a:cubicBezTo>
                    <a:cubicBezTo>
                      <a:pt x="2568988" y="1221391"/>
                      <a:pt x="2595467" y="1222343"/>
                      <a:pt x="2623471" y="1210056"/>
                    </a:cubicBezTo>
                    <a:cubicBezTo>
                      <a:pt x="2643473" y="1201293"/>
                      <a:pt x="2663190" y="1199293"/>
                      <a:pt x="2684241" y="1208151"/>
                    </a:cubicBezTo>
                    <a:cubicBezTo>
                      <a:pt x="2692337" y="1211580"/>
                      <a:pt x="2702814" y="1209294"/>
                      <a:pt x="2712244" y="1210056"/>
                    </a:cubicBezTo>
                    <a:cubicBezTo>
                      <a:pt x="2717578" y="1210437"/>
                      <a:pt x="2723484" y="1210532"/>
                      <a:pt x="2728055" y="1212914"/>
                    </a:cubicBezTo>
                    <a:cubicBezTo>
                      <a:pt x="2740248" y="1219010"/>
                      <a:pt x="2751582" y="1226820"/>
                      <a:pt x="2763869" y="1232821"/>
                    </a:cubicBezTo>
                    <a:cubicBezTo>
                      <a:pt x="2769775" y="1235678"/>
                      <a:pt x="2776823" y="1237202"/>
                      <a:pt x="2783491" y="1237298"/>
                    </a:cubicBezTo>
                    <a:cubicBezTo>
                      <a:pt x="2803208" y="1237774"/>
                      <a:pt x="2822925" y="1237774"/>
                      <a:pt x="2842546" y="1236917"/>
                    </a:cubicBezTo>
                    <a:cubicBezTo>
                      <a:pt x="2874931" y="1235583"/>
                      <a:pt x="2907792" y="1235297"/>
                      <a:pt x="2931128" y="1206913"/>
                    </a:cubicBezTo>
                    <a:cubicBezTo>
                      <a:pt x="2933034" y="1204627"/>
                      <a:pt x="2937129" y="1203293"/>
                      <a:pt x="2940368" y="1202912"/>
                    </a:cubicBezTo>
                    <a:cubicBezTo>
                      <a:pt x="2955322" y="1201103"/>
                      <a:pt x="2970657" y="1200912"/>
                      <a:pt x="2985421" y="1197959"/>
                    </a:cubicBezTo>
                    <a:cubicBezTo>
                      <a:pt x="2997232" y="1195578"/>
                      <a:pt x="3007043" y="1196340"/>
                      <a:pt x="3015996" y="1204722"/>
                    </a:cubicBezTo>
                    <a:cubicBezTo>
                      <a:pt x="3027712" y="1215771"/>
                      <a:pt x="3042000" y="1222248"/>
                      <a:pt x="3057621" y="1218724"/>
                    </a:cubicBezTo>
                    <a:cubicBezTo>
                      <a:pt x="3073241" y="1215295"/>
                      <a:pt x="3083528" y="1222724"/>
                      <a:pt x="3095054" y="1230440"/>
                    </a:cubicBezTo>
                    <a:cubicBezTo>
                      <a:pt x="3103436" y="1236059"/>
                      <a:pt x="3112961" y="1243108"/>
                      <a:pt x="3122295" y="1243679"/>
                    </a:cubicBezTo>
                    <a:cubicBezTo>
                      <a:pt x="3143441" y="1244917"/>
                      <a:pt x="3161634" y="1264539"/>
                      <a:pt x="3184589" y="1253395"/>
                    </a:cubicBezTo>
                    <a:cubicBezTo>
                      <a:pt x="3186113" y="1252633"/>
                      <a:pt x="3188875" y="1254538"/>
                      <a:pt x="3191066" y="1255014"/>
                    </a:cubicBezTo>
                    <a:cubicBezTo>
                      <a:pt x="3208592" y="1258634"/>
                      <a:pt x="3225070" y="1255109"/>
                      <a:pt x="3237929" y="1243203"/>
                    </a:cubicBezTo>
                    <a:cubicBezTo>
                      <a:pt x="3254788" y="1227677"/>
                      <a:pt x="3273457" y="1226153"/>
                      <a:pt x="3294221" y="1231202"/>
                    </a:cubicBezTo>
                    <a:cubicBezTo>
                      <a:pt x="3300889" y="1232821"/>
                      <a:pt x="3307557" y="1233964"/>
                      <a:pt x="3314319" y="1235297"/>
                    </a:cubicBezTo>
                    <a:cubicBezTo>
                      <a:pt x="3323463" y="1237202"/>
                      <a:pt x="3332703" y="1239203"/>
                      <a:pt x="3341846" y="1241108"/>
                    </a:cubicBezTo>
                    <a:cubicBezTo>
                      <a:pt x="3350705" y="1243013"/>
                      <a:pt x="3360516" y="1246251"/>
                      <a:pt x="3367373" y="1238060"/>
                    </a:cubicBezTo>
                    <a:cubicBezTo>
                      <a:pt x="3373279" y="1231011"/>
                      <a:pt x="3377470" y="1231678"/>
                      <a:pt x="3382899" y="1237774"/>
                    </a:cubicBezTo>
                    <a:cubicBezTo>
                      <a:pt x="3401759" y="1259110"/>
                      <a:pt x="3424619" y="1272445"/>
                      <a:pt x="3453765" y="1273397"/>
                    </a:cubicBezTo>
                    <a:cubicBezTo>
                      <a:pt x="3459766" y="1273588"/>
                      <a:pt x="3465862" y="1274921"/>
                      <a:pt x="3471767" y="1276350"/>
                    </a:cubicBezTo>
                    <a:cubicBezTo>
                      <a:pt x="3475387" y="1277207"/>
                      <a:pt x="3479769" y="1278160"/>
                      <a:pt x="3481959" y="1280732"/>
                    </a:cubicBezTo>
                    <a:cubicBezTo>
                      <a:pt x="3499009" y="1300353"/>
                      <a:pt x="3520250" y="1313974"/>
                      <a:pt x="3543396" y="1324928"/>
                    </a:cubicBezTo>
                    <a:cubicBezTo>
                      <a:pt x="3551682" y="1328833"/>
                      <a:pt x="3560541" y="1332738"/>
                      <a:pt x="3569494" y="1333881"/>
                    </a:cubicBezTo>
                    <a:cubicBezTo>
                      <a:pt x="3578828" y="1335024"/>
                      <a:pt x="3588639" y="1333119"/>
                      <a:pt x="3598164" y="1332071"/>
                    </a:cubicBezTo>
                    <a:cubicBezTo>
                      <a:pt x="3603784" y="1331500"/>
                      <a:pt x="3610261" y="1331595"/>
                      <a:pt x="3614738" y="1328833"/>
                    </a:cubicBezTo>
                    <a:cubicBezTo>
                      <a:pt x="3628930" y="1320165"/>
                      <a:pt x="3642646" y="1310831"/>
                      <a:pt x="3655886" y="1300734"/>
                    </a:cubicBezTo>
                    <a:cubicBezTo>
                      <a:pt x="3667221" y="1292066"/>
                      <a:pt x="3669507" y="1290828"/>
                      <a:pt x="3679317" y="1301687"/>
                    </a:cubicBezTo>
                    <a:cubicBezTo>
                      <a:pt x="3689414" y="1312831"/>
                      <a:pt x="3701987" y="1318641"/>
                      <a:pt x="3715893" y="1321022"/>
                    </a:cubicBezTo>
                    <a:cubicBezTo>
                      <a:pt x="3737896" y="1324737"/>
                      <a:pt x="3760089" y="1327880"/>
                      <a:pt x="3782282" y="1329690"/>
                    </a:cubicBezTo>
                    <a:cubicBezTo>
                      <a:pt x="3802380" y="1331309"/>
                      <a:pt x="3812000" y="1322546"/>
                      <a:pt x="3816001" y="1302639"/>
                    </a:cubicBezTo>
                    <a:cubicBezTo>
                      <a:pt x="3818287" y="1291590"/>
                      <a:pt x="3821240" y="1279588"/>
                      <a:pt x="3833431" y="1276636"/>
                    </a:cubicBezTo>
                    <a:cubicBezTo>
                      <a:pt x="3853339" y="1271873"/>
                      <a:pt x="3874008" y="1269778"/>
                      <a:pt x="3883819" y="1246442"/>
                    </a:cubicBezTo>
                    <a:cubicBezTo>
                      <a:pt x="3889248" y="1251585"/>
                      <a:pt x="3892582" y="1254633"/>
                      <a:pt x="3895821" y="1257681"/>
                    </a:cubicBezTo>
                    <a:cubicBezTo>
                      <a:pt x="3904774" y="1266158"/>
                      <a:pt x="3923347" y="1269778"/>
                      <a:pt x="3932778" y="1262444"/>
                    </a:cubicBezTo>
                    <a:cubicBezTo>
                      <a:pt x="3946684" y="1251776"/>
                      <a:pt x="3959448" y="1253776"/>
                      <a:pt x="3972782" y="1262063"/>
                    </a:cubicBezTo>
                    <a:cubicBezTo>
                      <a:pt x="3995071" y="1275779"/>
                      <a:pt x="4019931" y="1272635"/>
                      <a:pt x="4042505" y="1267111"/>
                    </a:cubicBezTo>
                    <a:cubicBezTo>
                      <a:pt x="4059555" y="1263015"/>
                      <a:pt x="4077748" y="1255490"/>
                      <a:pt x="4088892" y="1238250"/>
                    </a:cubicBezTo>
                    <a:cubicBezTo>
                      <a:pt x="4092416" y="1232726"/>
                      <a:pt x="4100322" y="1229963"/>
                      <a:pt x="4106609" y="1226344"/>
                    </a:cubicBezTo>
                    <a:cubicBezTo>
                      <a:pt x="4111848" y="1223391"/>
                      <a:pt x="4117372" y="1220629"/>
                      <a:pt x="4123182" y="1218724"/>
                    </a:cubicBezTo>
                    <a:cubicBezTo>
                      <a:pt x="4129373" y="1216628"/>
                      <a:pt x="4136232" y="1213580"/>
                      <a:pt x="4142328" y="1214438"/>
                    </a:cubicBezTo>
                    <a:cubicBezTo>
                      <a:pt x="4160806" y="1216914"/>
                      <a:pt x="4175475" y="1212056"/>
                      <a:pt x="4188524" y="1198245"/>
                    </a:cubicBezTo>
                    <a:cubicBezTo>
                      <a:pt x="4195287" y="1191101"/>
                      <a:pt x="4205288" y="1182434"/>
                      <a:pt x="4213860" y="1182338"/>
                    </a:cubicBezTo>
                    <a:cubicBezTo>
                      <a:pt x="4234720" y="1182053"/>
                      <a:pt x="4252055" y="1175195"/>
                      <a:pt x="4270820" y="1167003"/>
                    </a:cubicBezTo>
                    <a:cubicBezTo>
                      <a:pt x="4282916" y="1161764"/>
                      <a:pt x="4296632" y="1158145"/>
                      <a:pt x="4309587" y="1153287"/>
                    </a:cubicBezTo>
                    <a:cubicBezTo>
                      <a:pt x="4324731" y="1147572"/>
                      <a:pt x="4341210" y="1145477"/>
                      <a:pt x="4350449" y="1129665"/>
                    </a:cubicBezTo>
                    <a:cubicBezTo>
                      <a:pt x="4351496" y="1127951"/>
                      <a:pt x="4354640" y="1127665"/>
                      <a:pt x="4356164" y="1126046"/>
                    </a:cubicBezTo>
                    <a:cubicBezTo>
                      <a:pt x="4361021" y="1121093"/>
                      <a:pt x="4367308" y="1116521"/>
                      <a:pt x="4369880" y="1110520"/>
                    </a:cubicBezTo>
                    <a:cubicBezTo>
                      <a:pt x="4377309" y="1092994"/>
                      <a:pt x="4383119" y="1074896"/>
                      <a:pt x="4389787" y="1057085"/>
                    </a:cubicBezTo>
                    <a:cubicBezTo>
                      <a:pt x="4391216" y="1053275"/>
                      <a:pt x="4392549" y="1048417"/>
                      <a:pt x="4395502" y="1046226"/>
                    </a:cubicBezTo>
                    <a:cubicBezTo>
                      <a:pt x="4412552" y="1033653"/>
                      <a:pt x="4429888" y="1021556"/>
                      <a:pt x="4447413" y="1009650"/>
                    </a:cubicBezTo>
                    <a:cubicBezTo>
                      <a:pt x="4454462" y="1004887"/>
                      <a:pt x="4460367" y="1007555"/>
                      <a:pt x="4466654" y="1013079"/>
                    </a:cubicBezTo>
                    <a:cubicBezTo>
                      <a:pt x="4472750" y="1018318"/>
                      <a:pt x="4480275" y="1023747"/>
                      <a:pt x="4487894" y="1025081"/>
                    </a:cubicBezTo>
                    <a:cubicBezTo>
                      <a:pt x="4503135" y="1027652"/>
                      <a:pt x="4518946" y="1028224"/>
                      <a:pt x="4534472" y="1028224"/>
                    </a:cubicBezTo>
                    <a:cubicBezTo>
                      <a:pt x="4540282" y="1028224"/>
                      <a:pt x="4546473" y="1024795"/>
                      <a:pt x="4551903" y="1022033"/>
                    </a:cubicBezTo>
                    <a:cubicBezTo>
                      <a:pt x="4562189" y="1016794"/>
                      <a:pt x="4571714" y="1009745"/>
                      <a:pt x="4582382" y="1005364"/>
                    </a:cubicBezTo>
                    <a:cubicBezTo>
                      <a:pt x="4594765" y="1000316"/>
                      <a:pt x="4602194" y="992219"/>
                      <a:pt x="4605909" y="979551"/>
                    </a:cubicBezTo>
                    <a:cubicBezTo>
                      <a:pt x="4611434" y="960692"/>
                      <a:pt x="4624579" y="947547"/>
                      <a:pt x="4640104" y="936879"/>
                    </a:cubicBezTo>
                    <a:cubicBezTo>
                      <a:pt x="4659821" y="923258"/>
                      <a:pt x="4683348" y="923925"/>
                      <a:pt x="4705731" y="920591"/>
                    </a:cubicBezTo>
                    <a:cubicBezTo>
                      <a:pt x="4714304" y="919353"/>
                      <a:pt x="4723162" y="918305"/>
                      <a:pt x="4730973" y="915162"/>
                    </a:cubicBezTo>
                    <a:cubicBezTo>
                      <a:pt x="4760595" y="903351"/>
                      <a:pt x="4790218" y="892112"/>
                      <a:pt x="4822794" y="892397"/>
                    </a:cubicBezTo>
                    <a:cubicBezTo>
                      <a:pt x="4825460" y="892397"/>
                      <a:pt x="4828128" y="892112"/>
                      <a:pt x="4830794" y="891635"/>
                    </a:cubicBezTo>
                    <a:cubicBezTo>
                      <a:pt x="4853940" y="887730"/>
                      <a:pt x="4877848" y="886206"/>
                      <a:pt x="4894421" y="865442"/>
                    </a:cubicBezTo>
                    <a:cubicBezTo>
                      <a:pt x="4897469" y="861632"/>
                      <a:pt x="4904422" y="860489"/>
                      <a:pt x="4909756" y="858964"/>
                    </a:cubicBezTo>
                    <a:cubicBezTo>
                      <a:pt x="4918996" y="856488"/>
                      <a:pt x="4925188" y="851440"/>
                      <a:pt x="4928521" y="842391"/>
                    </a:cubicBezTo>
                    <a:cubicBezTo>
                      <a:pt x="4934141" y="826770"/>
                      <a:pt x="4940808" y="811435"/>
                      <a:pt x="4945857" y="795623"/>
                    </a:cubicBezTo>
                    <a:cubicBezTo>
                      <a:pt x="4949381" y="784765"/>
                      <a:pt x="4955953" y="778764"/>
                      <a:pt x="4966145" y="774287"/>
                    </a:cubicBezTo>
                    <a:cubicBezTo>
                      <a:pt x="4971860" y="771811"/>
                      <a:pt x="4976813" y="766382"/>
                      <a:pt x="4980909" y="761333"/>
                    </a:cubicBezTo>
                    <a:cubicBezTo>
                      <a:pt x="4985862" y="755237"/>
                      <a:pt x="4988433" y="747141"/>
                      <a:pt x="4993862" y="741712"/>
                    </a:cubicBezTo>
                    <a:cubicBezTo>
                      <a:pt x="5007102" y="728186"/>
                      <a:pt x="5011198" y="713232"/>
                      <a:pt x="5006816" y="694754"/>
                    </a:cubicBezTo>
                    <a:cubicBezTo>
                      <a:pt x="5002911" y="678371"/>
                      <a:pt x="5013198" y="656463"/>
                      <a:pt x="5026724" y="653129"/>
                    </a:cubicBezTo>
                    <a:cubicBezTo>
                      <a:pt x="5041678" y="649414"/>
                      <a:pt x="5051965" y="640271"/>
                      <a:pt x="5062538" y="630079"/>
                    </a:cubicBezTo>
                    <a:cubicBezTo>
                      <a:pt x="5068443" y="624364"/>
                      <a:pt x="5076730" y="619411"/>
                      <a:pt x="5084731" y="617982"/>
                    </a:cubicBezTo>
                    <a:cubicBezTo>
                      <a:pt x="5115116" y="612458"/>
                      <a:pt x="5143786" y="619220"/>
                      <a:pt x="5172647" y="630174"/>
                    </a:cubicBezTo>
                    <a:cubicBezTo>
                      <a:pt x="5191506" y="637318"/>
                      <a:pt x="5212461" y="639223"/>
                      <a:pt x="5232654" y="642080"/>
                    </a:cubicBezTo>
                    <a:cubicBezTo>
                      <a:pt x="5238941" y="642937"/>
                      <a:pt x="5246942" y="641033"/>
                      <a:pt x="5252371" y="637508"/>
                    </a:cubicBezTo>
                    <a:cubicBezTo>
                      <a:pt x="5271421" y="625316"/>
                      <a:pt x="5290376" y="612743"/>
                      <a:pt x="5308092" y="598646"/>
                    </a:cubicBezTo>
                    <a:cubicBezTo>
                      <a:pt x="5324571" y="585407"/>
                      <a:pt x="5343144" y="579882"/>
                      <a:pt x="5363147" y="581311"/>
                    </a:cubicBezTo>
                    <a:cubicBezTo>
                      <a:pt x="5377720" y="582359"/>
                      <a:pt x="5390864" y="579977"/>
                      <a:pt x="5404580" y="576358"/>
                    </a:cubicBezTo>
                    <a:cubicBezTo>
                      <a:pt x="5416010" y="573310"/>
                      <a:pt x="5428583" y="571214"/>
                      <a:pt x="5440203" y="572548"/>
                    </a:cubicBezTo>
                    <a:cubicBezTo>
                      <a:pt x="5456491" y="574453"/>
                      <a:pt x="5469922" y="571691"/>
                      <a:pt x="5482971" y="561880"/>
                    </a:cubicBezTo>
                    <a:cubicBezTo>
                      <a:pt x="5489924" y="556641"/>
                      <a:pt x="5498878" y="553879"/>
                      <a:pt x="5507165" y="550259"/>
                    </a:cubicBezTo>
                    <a:cubicBezTo>
                      <a:pt x="5519928" y="544640"/>
                      <a:pt x="5533168" y="539877"/>
                      <a:pt x="5545645" y="533591"/>
                    </a:cubicBezTo>
                    <a:cubicBezTo>
                      <a:pt x="5559076" y="526923"/>
                      <a:pt x="5571363" y="517684"/>
                      <a:pt x="5585079" y="511969"/>
                    </a:cubicBezTo>
                    <a:cubicBezTo>
                      <a:pt x="5599843" y="505778"/>
                      <a:pt x="5609368" y="496348"/>
                      <a:pt x="5615368" y="481679"/>
                    </a:cubicBezTo>
                    <a:cubicBezTo>
                      <a:pt x="5619179" y="472440"/>
                      <a:pt x="5624417" y="462629"/>
                      <a:pt x="5631656" y="456152"/>
                    </a:cubicBezTo>
                    <a:cubicBezTo>
                      <a:pt x="5646611" y="442913"/>
                      <a:pt x="5664136" y="432625"/>
                      <a:pt x="5679377" y="419576"/>
                    </a:cubicBezTo>
                    <a:cubicBezTo>
                      <a:pt x="5700808" y="401288"/>
                      <a:pt x="5720620" y="381857"/>
                      <a:pt x="5722525" y="350615"/>
                    </a:cubicBezTo>
                    <a:cubicBezTo>
                      <a:pt x="5723572" y="333375"/>
                      <a:pt x="5732716" y="326041"/>
                      <a:pt x="5749576" y="321945"/>
                    </a:cubicBezTo>
                    <a:cubicBezTo>
                      <a:pt x="5755195" y="320612"/>
                      <a:pt x="5763197" y="318040"/>
                      <a:pt x="5764911" y="313849"/>
                    </a:cubicBezTo>
                    <a:cubicBezTo>
                      <a:pt x="5770054" y="301371"/>
                      <a:pt x="5780722" y="298895"/>
                      <a:pt x="5791009" y="293942"/>
                    </a:cubicBezTo>
                    <a:cubicBezTo>
                      <a:pt x="5797201" y="290989"/>
                      <a:pt x="5804821" y="285179"/>
                      <a:pt x="5806440" y="279178"/>
                    </a:cubicBezTo>
                    <a:cubicBezTo>
                      <a:pt x="5813107" y="254889"/>
                      <a:pt x="5831395" y="240602"/>
                      <a:pt x="5848636" y="224885"/>
                    </a:cubicBezTo>
                    <a:cubicBezTo>
                      <a:pt x="5853684" y="220218"/>
                      <a:pt x="5859113" y="214884"/>
                      <a:pt x="5861590" y="208788"/>
                    </a:cubicBezTo>
                    <a:cubicBezTo>
                      <a:pt x="5866829" y="195643"/>
                      <a:pt x="5874639" y="186118"/>
                      <a:pt x="5888355" y="181166"/>
                    </a:cubicBezTo>
                    <a:cubicBezTo>
                      <a:pt x="5892736" y="179642"/>
                      <a:pt x="5896737" y="176117"/>
                      <a:pt x="5900071" y="172784"/>
                    </a:cubicBezTo>
                    <a:cubicBezTo>
                      <a:pt x="5907215" y="165545"/>
                      <a:pt x="5913215" y="157067"/>
                      <a:pt x="5920740" y="150305"/>
                    </a:cubicBezTo>
                    <a:cubicBezTo>
                      <a:pt x="5939885" y="132874"/>
                      <a:pt x="5958840" y="115729"/>
                      <a:pt x="5969985" y="91345"/>
                    </a:cubicBezTo>
                    <a:cubicBezTo>
                      <a:pt x="5975413" y="79439"/>
                      <a:pt x="5981605" y="66485"/>
                      <a:pt x="5991130" y="58293"/>
                    </a:cubicBezTo>
                    <a:cubicBezTo>
                      <a:pt x="6003227" y="47911"/>
                      <a:pt x="6019133" y="42005"/>
                      <a:pt x="6033325" y="33909"/>
                    </a:cubicBezTo>
                    <a:cubicBezTo>
                      <a:pt x="6040469" y="29813"/>
                      <a:pt x="6047137" y="24860"/>
                      <a:pt x="6054376" y="20955"/>
                    </a:cubicBezTo>
                    <a:cubicBezTo>
                      <a:pt x="6067234" y="14097"/>
                      <a:pt x="6080379" y="7715"/>
                      <a:pt x="6095524" y="0"/>
                    </a:cubicBezTo>
                    <a:close/>
                  </a:path>
                </a:pathLst>
              </a:custGeom>
              <a:solidFill>
                <a:srgbClr val="FFFF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B911230A-EF3B-4760-9087-E4FBE05BDC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4" y="3296011"/>
                <a:ext cx="12191456" cy="2849975"/>
              </a:xfrm>
              <a:custGeom>
                <a:avLst/>
                <a:gdLst>
                  <a:gd name="connsiteX0" fmla="*/ 6095524 w 6095524"/>
                  <a:gd name="connsiteY0" fmla="*/ 0 h 1424940"/>
                  <a:gd name="connsiteX1" fmla="*/ 6095524 w 6095524"/>
                  <a:gd name="connsiteY1" fmla="*/ 17431 h 1424940"/>
                  <a:gd name="connsiteX2" fmla="*/ 6095524 w 6095524"/>
                  <a:gd name="connsiteY2" fmla="*/ 216290 h 1424940"/>
                  <a:gd name="connsiteX3" fmla="*/ 6079998 w 6095524"/>
                  <a:gd name="connsiteY3" fmla="*/ 230600 h 1424940"/>
                  <a:gd name="connsiteX4" fmla="*/ 6012751 w 6095524"/>
                  <a:gd name="connsiteY4" fmla="*/ 260699 h 1424940"/>
                  <a:gd name="connsiteX5" fmla="*/ 5992749 w 6095524"/>
                  <a:gd name="connsiteY5" fmla="*/ 268700 h 1424940"/>
                  <a:gd name="connsiteX6" fmla="*/ 5910358 w 6095524"/>
                  <a:gd name="connsiteY6" fmla="*/ 320231 h 1424940"/>
                  <a:gd name="connsiteX7" fmla="*/ 5835777 w 6095524"/>
                  <a:gd name="connsiteY7" fmla="*/ 383953 h 1424940"/>
                  <a:gd name="connsiteX8" fmla="*/ 5781008 w 6095524"/>
                  <a:gd name="connsiteY8" fmla="*/ 459581 h 1424940"/>
                  <a:gd name="connsiteX9" fmla="*/ 5765673 w 6095524"/>
                  <a:gd name="connsiteY9" fmla="*/ 477584 h 1424940"/>
                  <a:gd name="connsiteX10" fmla="*/ 5723763 w 6095524"/>
                  <a:gd name="connsiteY10" fmla="*/ 500158 h 1424940"/>
                  <a:gd name="connsiteX11" fmla="*/ 5686711 w 6095524"/>
                  <a:gd name="connsiteY11" fmla="*/ 517112 h 1424940"/>
                  <a:gd name="connsiteX12" fmla="*/ 5659850 w 6095524"/>
                  <a:gd name="connsiteY12" fmla="*/ 535877 h 1424940"/>
                  <a:gd name="connsiteX13" fmla="*/ 5637181 w 6095524"/>
                  <a:gd name="connsiteY13" fmla="*/ 553117 h 1424940"/>
                  <a:gd name="connsiteX14" fmla="*/ 5585841 w 6095524"/>
                  <a:gd name="connsiteY14" fmla="*/ 597694 h 1424940"/>
                  <a:gd name="connsiteX15" fmla="*/ 5528977 w 6095524"/>
                  <a:gd name="connsiteY15" fmla="*/ 635318 h 1424940"/>
                  <a:gd name="connsiteX16" fmla="*/ 5483256 w 6095524"/>
                  <a:gd name="connsiteY16" fmla="*/ 681419 h 1424940"/>
                  <a:gd name="connsiteX17" fmla="*/ 5464397 w 6095524"/>
                  <a:gd name="connsiteY17" fmla="*/ 706374 h 1424940"/>
                  <a:gd name="connsiteX18" fmla="*/ 5424773 w 6095524"/>
                  <a:gd name="connsiteY18" fmla="*/ 723424 h 1424940"/>
                  <a:gd name="connsiteX19" fmla="*/ 5381815 w 6095524"/>
                  <a:gd name="connsiteY19" fmla="*/ 750094 h 1424940"/>
                  <a:gd name="connsiteX20" fmla="*/ 5351335 w 6095524"/>
                  <a:gd name="connsiteY20" fmla="*/ 776573 h 1424940"/>
                  <a:gd name="connsiteX21" fmla="*/ 5327809 w 6095524"/>
                  <a:gd name="connsiteY21" fmla="*/ 794290 h 1424940"/>
                  <a:gd name="connsiteX22" fmla="*/ 5294566 w 6095524"/>
                  <a:gd name="connsiteY22" fmla="*/ 812102 h 1424940"/>
                  <a:gd name="connsiteX23" fmla="*/ 5261229 w 6095524"/>
                  <a:gd name="connsiteY23" fmla="*/ 835438 h 1424940"/>
                  <a:gd name="connsiteX24" fmla="*/ 5245037 w 6095524"/>
                  <a:gd name="connsiteY24" fmla="*/ 849821 h 1424940"/>
                  <a:gd name="connsiteX25" fmla="*/ 5213699 w 6095524"/>
                  <a:gd name="connsiteY25" fmla="*/ 873728 h 1424940"/>
                  <a:gd name="connsiteX26" fmla="*/ 5181409 w 6095524"/>
                  <a:gd name="connsiteY26" fmla="*/ 896017 h 1424940"/>
                  <a:gd name="connsiteX27" fmla="*/ 5120735 w 6095524"/>
                  <a:gd name="connsiteY27" fmla="*/ 921544 h 1424940"/>
                  <a:gd name="connsiteX28" fmla="*/ 5065490 w 6095524"/>
                  <a:gd name="connsiteY28" fmla="*/ 959072 h 1424940"/>
                  <a:gd name="connsiteX29" fmla="*/ 5021675 w 6095524"/>
                  <a:gd name="connsiteY29" fmla="*/ 986504 h 1424940"/>
                  <a:gd name="connsiteX30" fmla="*/ 4996148 w 6095524"/>
                  <a:gd name="connsiteY30" fmla="*/ 1004507 h 1424940"/>
                  <a:gd name="connsiteX31" fmla="*/ 4949285 w 6095524"/>
                  <a:gd name="connsiteY31" fmla="*/ 1044702 h 1424940"/>
                  <a:gd name="connsiteX32" fmla="*/ 4876609 w 6095524"/>
                  <a:gd name="connsiteY32" fmla="*/ 1086993 h 1424940"/>
                  <a:gd name="connsiteX33" fmla="*/ 4832699 w 6095524"/>
                  <a:gd name="connsiteY33" fmla="*/ 1109853 h 1424940"/>
                  <a:gd name="connsiteX34" fmla="*/ 4738211 w 6095524"/>
                  <a:gd name="connsiteY34" fmla="*/ 1144334 h 1424940"/>
                  <a:gd name="connsiteX35" fmla="*/ 4707731 w 6095524"/>
                  <a:gd name="connsiteY35" fmla="*/ 1156621 h 1424940"/>
                  <a:gd name="connsiteX36" fmla="*/ 4672870 w 6095524"/>
                  <a:gd name="connsiteY36" fmla="*/ 1164717 h 1424940"/>
                  <a:gd name="connsiteX37" fmla="*/ 4616863 w 6095524"/>
                  <a:gd name="connsiteY37" fmla="*/ 1183862 h 1424940"/>
                  <a:gd name="connsiteX38" fmla="*/ 4507516 w 6095524"/>
                  <a:gd name="connsiteY38" fmla="*/ 1216819 h 1424940"/>
                  <a:gd name="connsiteX39" fmla="*/ 4483513 w 6095524"/>
                  <a:gd name="connsiteY39" fmla="*/ 1221867 h 1424940"/>
                  <a:gd name="connsiteX40" fmla="*/ 4422362 w 6095524"/>
                  <a:gd name="connsiteY40" fmla="*/ 1243108 h 1424940"/>
                  <a:gd name="connsiteX41" fmla="*/ 4385691 w 6095524"/>
                  <a:gd name="connsiteY41" fmla="*/ 1257395 h 1424940"/>
                  <a:gd name="connsiteX42" fmla="*/ 4355306 w 6095524"/>
                  <a:gd name="connsiteY42" fmla="*/ 1265587 h 1424940"/>
                  <a:gd name="connsiteX43" fmla="*/ 4328446 w 6095524"/>
                  <a:gd name="connsiteY43" fmla="*/ 1269397 h 1424940"/>
                  <a:gd name="connsiteX44" fmla="*/ 4257770 w 6095524"/>
                  <a:gd name="connsiteY44" fmla="*/ 1288256 h 1424940"/>
                  <a:gd name="connsiteX45" fmla="*/ 4229576 w 6095524"/>
                  <a:gd name="connsiteY45" fmla="*/ 1295686 h 1424940"/>
                  <a:gd name="connsiteX46" fmla="*/ 4156424 w 6095524"/>
                  <a:gd name="connsiteY46" fmla="*/ 1321213 h 1424940"/>
                  <a:gd name="connsiteX47" fmla="*/ 4094416 w 6095524"/>
                  <a:gd name="connsiteY47" fmla="*/ 1338072 h 1424940"/>
                  <a:gd name="connsiteX48" fmla="*/ 4068509 w 6095524"/>
                  <a:gd name="connsiteY48" fmla="*/ 1346168 h 1424940"/>
                  <a:gd name="connsiteX49" fmla="*/ 4009263 w 6095524"/>
                  <a:gd name="connsiteY49" fmla="*/ 1359694 h 1424940"/>
                  <a:gd name="connsiteX50" fmla="*/ 3975735 w 6095524"/>
                  <a:gd name="connsiteY50" fmla="*/ 1369219 h 1424940"/>
                  <a:gd name="connsiteX51" fmla="*/ 3893915 w 6095524"/>
                  <a:gd name="connsiteY51" fmla="*/ 1379982 h 1424940"/>
                  <a:gd name="connsiteX52" fmla="*/ 3809428 w 6095524"/>
                  <a:gd name="connsiteY52" fmla="*/ 1390364 h 1424940"/>
                  <a:gd name="connsiteX53" fmla="*/ 3763042 w 6095524"/>
                  <a:gd name="connsiteY53" fmla="*/ 1393793 h 1424940"/>
                  <a:gd name="connsiteX54" fmla="*/ 3722561 w 6095524"/>
                  <a:gd name="connsiteY54" fmla="*/ 1399223 h 1424940"/>
                  <a:gd name="connsiteX55" fmla="*/ 3687318 w 6095524"/>
                  <a:gd name="connsiteY55" fmla="*/ 1402652 h 1424940"/>
                  <a:gd name="connsiteX56" fmla="*/ 3631216 w 6095524"/>
                  <a:gd name="connsiteY56" fmla="*/ 1409605 h 1424940"/>
                  <a:gd name="connsiteX57" fmla="*/ 3607880 w 6095524"/>
                  <a:gd name="connsiteY57" fmla="*/ 1411415 h 1424940"/>
                  <a:gd name="connsiteX58" fmla="*/ 3552825 w 6095524"/>
                  <a:gd name="connsiteY58" fmla="*/ 1411319 h 1424940"/>
                  <a:gd name="connsiteX59" fmla="*/ 3533680 w 6095524"/>
                  <a:gd name="connsiteY59" fmla="*/ 1410367 h 1424940"/>
                  <a:gd name="connsiteX60" fmla="*/ 3496818 w 6095524"/>
                  <a:gd name="connsiteY60" fmla="*/ 1398556 h 1424940"/>
                  <a:gd name="connsiteX61" fmla="*/ 3492437 w 6095524"/>
                  <a:gd name="connsiteY61" fmla="*/ 1397699 h 1424940"/>
                  <a:gd name="connsiteX62" fmla="*/ 3468243 w 6095524"/>
                  <a:gd name="connsiteY62" fmla="*/ 1393031 h 1424940"/>
                  <a:gd name="connsiteX63" fmla="*/ 3455003 w 6095524"/>
                  <a:gd name="connsiteY63" fmla="*/ 1391507 h 1424940"/>
                  <a:gd name="connsiteX64" fmla="*/ 3404711 w 6095524"/>
                  <a:gd name="connsiteY64" fmla="*/ 1381792 h 1424940"/>
                  <a:gd name="connsiteX65" fmla="*/ 3375756 w 6095524"/>
                  <a:gd name="connsiteY65" fmla="*/ 1377220 h 1424940"/>
                  <a:gd name="connsiteX66" fmla="*/ 3352324 w 6095524"/>
                  <a:gd name="connsiteY66" fmla="*/ 1377887 h 1424940"/>
                  <a:gd name="connsiteX67" fmla="*/ 3311176 w 6095524"/>
                  <a:gd name="connsiteY67" fmla="*/ 1378744 h 1424940"/>
                  <a:gd name="connsiteX68" fmla="*/ 3298031 w 6095524"/>
                  <a:gd name="connsiteY68" fmla="*/ 1380935 h 1424940"/>
                  <a:gd name="connsiteX69" fmla="*/ 3238595 w 6095524"/>
                  <a:gd name="connsiteY69" fmla="*/ 1374648 h 1424940"/>
                  <a:gd name="connsiteX70" fmla="*/ 3204686 w 6095524"/>
                  <a:gd name="connsiteY70" fmla="*/ 1374172 h 1424940"/>
                  <a:gd name="connsiteX71" fmla="*/ 3166491 w 6095524"/>
                  <a:gd name="connsiteY71" fmla="*/ 1366361 h 1424940"/>
                  <a:gd name="connsiteX72" fmla="*/ 3155347 w 6095524"/>
                  <a:gd name="connsiteY72" fmla="*/ 1366742 h 1424940"/>
                  <a:gd name="connsiteX73" fmla="*/ 3142869 w 6095524"/>
                  <a:gd name="connsiteY73" fmla="*/ 1367409 h 1424940"/>
                  <a:gd name="connsiteX74" fmla="*/ 3104578 w 6095524"/>
                  <a:gd name="connsiteY74" fmla="*/ 1367981 h 1424940"/>
                  <a:gd name="connsiteX75" fmla="*/ 3081337 w 6095524"/>
                  <a:gd name="connsiteY75" fmla="*/ 1370838 h 1424940"/>
                  <a:gd name="connsiteX76" fmla="*/ 3037047 w 6095524"/>
                  <a:gd name="connsiteY76" fmla="*/ 1369124 h 1424940"/>
                  <a:gd name="connsiteX77" fmla="*/ 3020663 w 6095524"/>
                  <a:gd name="connsiteY77" fmla="*/ 1371600 h 1424940"/>
                  <a:gd name="connsiteX78" fmla="*/ 2979230 w 6095524"/>
                  <a:gd name="connsiteY78" fmla="*/ 1371886 h 1424940"/>
                  <a:gd name="connsiteX79" fmla="*/ 2942082 w 6095524"/>
                  <a:gd name="connsiteY79" fmla="*/ 1370457 h 1424940"/>
                  <a:gd name="connsiteX80" fmla="*/ 2906268 w 6095524"/>
                  <a:gd name="connsiteY80" fmla="*/ 1371219 h 1424940"/>
                  <a:gd name="connsiteX81" fmla="*/ 2880646 w 6095524"/>
                  <a:gd name="connsiteY81" fmla="*/ 1374362 h 1424940"/>
                  <a:gd name="connsiteX82" fmla="*/ 2852833 w 6095524"/>
                  <a:gd name="connsiteY82" fmla="*/ 1376267 h 1424940"/>
                  <a:gd name="connsiteX83" fmla="*/ 2776157 w 6095524"/>
                  <a:gd name="connsiteY83" fmla="*/ 1387602 h 1424940"/>
                  <a:gd name="connsiteX84" fmla="*/ 2761965 w 6095524"/>
                  <a:gd name="connsiteY84" fmla="*/ 1384840 h 1424940"/>
                  <a:gd name="connsiteX85" fmla="*/ 2681383 w 6095524"/>
                  <a:gd name="connsiteY85" fmla="*/ 1382268 h 1424940"/>
                  <a:gd name="connsiteX86" fmla="*/ 2663857 w 6095524"/>
                  <a:gd name="connsiteY86" fmla="*/ 1382459 h 1424940"/>
                  <a:gd name="connsiteX87" fmla="*/ 2616803 w 6095524"/>
                  <a:gd name="connsiteY87" fmla="*/ 1371219 h 1424940"/>
                  <a:gd name="connsiteX88" fmla="*/ 2544223 w 6095524"/>
                  <a:gd name="connsiteY88" fmla="*/ 1389031 h 1424940"/>
                  <a:gd name="connsiteX89" fmla="*/ 2476309 w 6095524"/>
                  <a:gd name="connsiteY89" fmla="*/ 1411319 h 1424940"/>
                  <a:gd name="connsiteX90" fmla="*/ 2467737 w 6095524"/>
                  <a:gd name="connsiteY90" fmla="*/ 1414177 h 1424940"/>
                  <a:gd name="connsiteX91" fmla="*/ 2443353 w 6095524"/>
                  <a:gd name="connsiteY91" fmla="*/ 1419035 h 1424940"/>
                  <a:gd name="connsiteX92" fmla="*/ 2413159 w 6095524"/>
                  <a:gd name="connsiteY92" fmla="*/ 1420749 h 1424940"/>
                  <a:gd name="connsiteX93" fmla="*/ 2374868 w 6095524"/>
                  <a:gd name="connsiteY93" fmla="*/ 1424940 h 1424940"/>
                  <a:gd name="connsiteX94" fmla="*/ 2344198 w 6095524"/>
                  <a:gd name="connsiteY94" fmla="*/ 1419701 h 1424940"/>
                  <a:gd name="connsiteX95" fmla="*/ 2301335 w 6095524"/>
                  <a:gd name="connsiteY95" fmla="*/ 1411891 h 1424940"/>
                  <a:gd name="connsiteX96" fmla="*/ 2260949 w 6095524"/>
                  <a:gd name="connsiteY96" fmla="*/ 1404461 h 1424940"/>
                  <a:gd name="connsiteX97" fmla="*/ 2248186 w 6095524"/>
                  <a:gd name="connsiteY97" fmla="*/ 1413224 h 1424940"/>
                  <a:gd name="connsiteX98" fmla="*/ 2228469 w 6095524"/>
                  <a:gd name="connsiteY98" fmla="*/ 1420844 h 1424940"/>
                  <a:gd name="connsiteX99" fmla="*/ 2206562 w 6095524"/>
                  <a:gd name="connsiteY99" fmla="*/ 1411700 h 1424940"/>
                  <a:gd name="connsiteX100" fmla="*/ 2155317 w 6095524"/>
                  <a:gd name="connsiteY100" fmla="*/ 1392746 h 1424940"/>
                  <a:gd name="connsiteX101" fmla="*/ 2122932 w 6095524"/>
                  <a:gd name="connsiteY101" fmla="*/ 1391888 h 1424940"/>
                  <a:gd name="connsiteX102" fmla="*/ 2052542 w 6095524"/>
                  <a:gd name="connsiteY102" fmla="*/ 1383792 h 1424940"/>
                  <a:gd name="connsiteX103" fmla="*/ 2006537 w 6095524"/>
                  <a:gd name="connsiteY103" fmla="*/ 1372267 h 1424940"/>
                  <a:gd name="connsiteX104" fmla="*/ 1973486 w 6095524"/>
                  <a:gd name="connsiteY104" fmla="*/ 1359218 h 1424940"/>
                  <a:gd name="connsiteX105" fmla="*/ 1926146 w 6095524"/>
                  <a:gd name="connsiteY105" fmla="*/ 1342168 h 1424940"/>
                  <a:gd name="connsiteX106" fmla="*/ 1878616 w 6095524"/>
                  <a:gd name="connsiteY106" fmla="*/ 1333310 h 1424940"/>
                  <a:gd name="connsiteX107" fmla="*/ 1844231 w 6095524"/>
                  <a:gd name="connsiteY107" fmla="*/ 1322165 h 1424940"/>
                  <a:gd name="connsiteX108" fmla="*/ 1802225 w 6095524"/>
                  <a:gd name="connsiteY108" fmla="*/ 1314545 h 1424940"/>
                  <a:gd name="connsiteX109" fmla="*/ 1766983 w 6095524"/>
                  <a:gd name="connsiteY109" fmla="*/ 1314260 h 1424940"/>
                  <a:gd name="connsiteX110" fmla="*/ 1711738 w 6095524"/>
                  <a:gd name="connsiteY110" fmla="*/ 1315593 h 1424940"/>
                  <a:gd name="connsiteX111" fmla="*/ 1644111 w 6095524"/>
                  <a:gd name="connsiteY111" fmla="*/ 1292543 h 1424940"/>
                  <a:gd name="connsiteX112" fmla="*/ 1616774 w 6095524"/>
                  <a:gd name="connsiteY112" fmla="*/ 1287399 h 1424940"/>
                  <a:gd name="connsiteX113" fmla="*/ 1591056 w 6095524"/>
                  <a:gd name="connsiteY113" fmla="*/ 1285018 h 1424940"/>
                  <a:gd name="connsiteX114" fmla="*/ 1536478 w 6095524"/>
                  <a:gd name="connsiteY114" fmla="*/ 1269683 h 1424940"/>
                  <a:gd name="connsiteX115" fmla="*/ 1514285 w 6095524"/>
                  <a:gd name="connsiteY115" fmla="*/ 1264634 h 1424940"/>
                  <a:gd name="connsiteX116" fmla="*/ 1483233 w 6095524"/>
                  <a:gd name="connsiteY116" fmla="*/ 1264730 h 1424940"/>
                  <a:gd name="connsiteX117" fmla="*/ 1426750 w 6095524"/>
                  <a:gd name="connsiteY117" fmla="*/ 1257681 h 1424940"/>
                  <a:gd name="connsiteX118" fmla="*/ 1370362 w 6095524"/>
                  <a:gd name="connsiteY118" fmla="*/ 1237107 h 1424940"/>
                  <a:gd name="connsiteX119" fmla="*/ 1346454 w 6095524"/>
                  <a:gd name="connsiteY119" fmla="*/ 1239107 h 1424940"/>
                  <a:gd name="connsiteX120" fmla="*/ 1337882 w 6095524"/>
                  <a:gd name="connsiteY120" fmla="*/ 1238631 h 1424940"/>
                  <a:gd name="connsiteX121" fmla="*/ 1260825 w 6095524"/>
                  <a:gd name="connsiteY121" fmla="*/ 1227296 h 1424940"/>
                  <a:gd name="connsiteX122" fmla="*/ 1253109 w 6095524"/>
                  <a:gd name="connsiteY122" fmla="*/ 1226058 h 1424940"/>
                  <a:gd name="connsiteX123" fmla="*/ 1216915 w 6095524"/>
                  <a:gd name="connsiteY123" fmla="*/ 1215962 h 1424940"/>
                  <a:gd name="connsiteX124" fmla="*/ 1125664 w 6095524"/>
                  <a:gd name="connsiteY124" fmla="*/ 1209675 h 1424940"/>
                  <a:gd name="connsiteX125" fmla="*/ 1120045 w 6095524"/>
                  <a:gd name="connsiteY125" fmla="*/ 1208913 h 1424940"/>
                  <a:gd name="connsiteX126" fmla="*/ 1089469 w 6095524"/>
                  <a:gd name="connsiteY126" fmla="*/ 1213961 h 1424940"/>
                  <a:gd name="connsiteX127" fmla="*/ 1074325 w 6095524"/>
                  <a:gd name="connsiteY127" fmla="*/ 1221105 h 1424940"/>
                  <a:gd name="connsiteX128" fmla="*/ 1050703 w 6095524"/>
                  <a:gd name="connsiteY128" fmla="*/ 1228535 h 1424940"/>
                  <a:gd name="connsiteX129" fmla="*/ 1026700 w 6095524"/>
                  <a:gd name="connsiteY129" fmla="*/ 1231297 h 1424940"/>
                  <a:gd name="connsiteX130" fmla="*/ 986409 w 6095524"/>
                  <a:gd name="connsiteY130" fmla="*/ 1220057 h 1424940"/>
                  <a:gd name="connsiteX131" fmla="*/ 971741 w 6095524"/>
                  <a:gd name="connsiteY131" fmla="*/ 1218914 h 1424940"/>
                  <a:gd name="connsiteX132" fmla="*/ 939070 w 6095524"/>
                  <a:gd name="connsiteY132" fmla="*/ 1213485 h 1424940"/>
                  <a:gd name="connsiteX133" fmla="*/ 910495 w 6095524"/>
                  <a:gd name="connsiteY133" fmla="*/ 1213866 h 1424940"/>
                  <a:gd name="connsiteX134" fmla="*/ 887540 w 6095524"/>
                  <a:gd name="connsiteY134" fmla="*/ 1222534 h 1424940"/>
                  <a:gd name="connsiteX135" fmla="*/ 854202 w 6095524"/>
                  <a:gd name="connsiteY135" fmla="*/ 1224248 h 1424940"/>
                  <a:gd name="connsiteX136" fmla="*/ 832675 w 6095524"/>
                  <a:gd name="connsiteY136" fmla="*/ 1217962 h 1424940"/>
                  <a:gd name="connsiteX137" fmla="*/ 828294 w 6095524"/>
                  <a:gd name="connsiteY137" fmla="*/ 1217105 h 1424940"/>
                  <a:gd name="connsiteX138" fmla="*/ 772001 w 6095524"/>
                  <a:gd name="connsiteY138" fmla="*/ 1216723 h 1424940"/>
                  <a:gd name="connsiteX139" fmla="*/ 701707 w 6095524"/>
                  <a:gd name="connsiteY139" fmla="*/ 1235678 h 1424940"/>
                  <a:gd name="connsiteX140" fmla="*/ 690086 w 6095524"/>
                  <a:gd name="connsiteY140" fmla="*/ 1239679 h 1424940"/>
                  <a:gd name="connsiteX141" fmla="*/ 633412 w 6095524"/>
                  <a:gd name="connsiteY141" fmla="*/ 1246632 h 1424940"/>
                  <a:gd name="connsiteX142" fmla="*/ 603028 w 6095524"/>
                  <a:gd name="connsiteY142" fmla="*/ 1253681 h 1424940"/>
                  <a:gd name="connsiteX143" fmla="*/ 581120 w 6095524"/>
                  <a:gd name="connsiteY143" fmla="*/ 1254062 h 1424940"/>
                  <a:gd name="connsiteX144" fmla="*/ 554642 w 6095524"/>
                  <a:gd name="connsiteY144" fmla="*/ 1266539 h 1424940"/>
                  <a:gd name="connsiteX145" fmla="*/ 545973 w 6095524"/>
                  <a:gd name="connsiteY145" fmla="*/ 1271969 h 1424940"/>
                  <a:gd name="connsiteX146" fmla="*/ 535591 w 6095524"/>
                  <a:gd name="connsiteY146" fmla="*/ 1275207 h 1424940"/>
                  <a:gd name="connsiteX147" fmla="*/ 488538 w 6095524"/>
                  <a:gd name="connsiteY147" fmla="*/ 1285494 h 1424940"/>
                  <a:gd name="connsiteX148" fmla="*/ 480155 w 6095524"/>
                  <a:gd name="connsiteY148" fmla="*/ 1291304 h 1424940"/>
                  <a:gd name="connsiteX149" fmla="*/ 474535 w 6095524"/>
                  <a:gd name="connsiteY149" fmla="*/ 1294924 h 1424940"/>
                  <a:gd name="connsiteX150" fmla="*/ 428816 w 6095524"/>
                  <a:gd name="connsiteY150" fmla="*/ 1301020 h 1424940"/>
                  <a:gd name="connsiteX151" fmla="*/ 400241 w 6095524"/>
                  <a:gd name="connsiteY151" fmla="*/ 1318260 h 1424940"/>
                  <a:gd name="connsiteX152" fmla="*/ 392431 w 6095524"/>
                  <a:gd name="connsiteY152" fmla="*/ 1325594 h 1424940"/>
                  <a:gd name="connsiteX153" fmla="*/ 365093 w 6095524"/>
                  <a:gd name="connsiteY153" fmla="*/ 1336643 h 1424940"/>
                  <a:gd name="connsiteX154" fmla="*/ 273177 w 6095524"/>
                  <a:gd name="connsiteY154" fmla="*/ 1357884 h 1424940"/>
                  <a:gd name="connsiteX155" fmla="*/ 246888 w 6095524"/>
                  <a:gd name="connsiteY155" fmla="*/ 1350359 h 1424940"/>
                  <a:gd name="connsiteX156" fmla="*/ 196977 w 6095524"/>
                  <a:gd name="connsiteY156" fmla="*/ 1370552 h 1424940"/>
                  <a:gd name="connsiteX157" fmla="*/ 153352 w 6095524"/>
                  <a:gd name="connsiteY157" fmla="*/ 1381982 h 1424940"/>
                  <a:gd name="connsiteX158" fmla="*/ 137160 w 6095524"/>
                  <a:gd name="connsiteY158" fmla="*/ 1384745 h 1424940"/>
                  <a:gd name="connsiteX159" fmla="*/ 85917 w 6095524"/>
                  <a:gd name="connsiteY159" fmla="*/ 1389793 h 1424940"/>
                  <a:gd name="connsiteX160" fmla="*/ 59532 w 6095524"/>
                  <a:gd name="connsiteY160" fmla="*/ 1401223 h 1424940"/>
                  <a:gd name="connsiteX161" fmla="*/ 30325 w 6095524"/>
                  <a:gd name="connsiteY161" fmla="*/ 1409974 h 1424940"/>
                  <a:gd name="connsiteX162" fmla="*/ 0 w 6095524"/>
                  <a:gd name="connsiteY162" fmla="*/ 1412360 h 1424940"/>
                  <a:gd name="connsiteX163" fmla="*/ 0 w 6095524"/>
                  <a:gd name="connsiteY163" fmla="*/ 1058622 h 1424940"/>
                  <a:gd name="connsiteX164" fmla="*/ 17145 w 6095524"/>
                  <a:gd name="connsiteY164" fmla="*/ 1060228 h 1424940"/>
                  <a:gd name="connsiteX165" fmla="*/ 44672 w 6095524"/>
                  <a:gd name="connsiteY165" fmla="*/ 1066324 h 1424940"/>
                  <a:gd name="connsiteX166" fmla="*/ 84677 w 6095524"/>
                  <a:gd name="connsiteY166" fmla="*/ 1076230 h 1424940"/>
                  <a:gd name="connsiteX167" fmla="*/ 132017 w 6095524"/>
                  <a:gd name="connsiteY167" fmla="*/ 1064990 h 1424940"/>
                  <a:gd name="connsiteX168" fmla="*/ 136779 w 6095524"/>
                  <a:gd name="connsiteY168" fmla="*/ 1060323 h 1424940"/>
                  <a:gd name="connsiteX169" fmla="*/ 187547 w 6095524"/>
                  <a:gd name="connsiteY169" fmla="*/ 1049179 h 1424940"/>
                  <a:gd name="connsiteX170" fmla="*/ 270891 w 6095524"/>
                  <a:gd name="connsiteY170" fmla="*/ 1036415 h 1424940"/>
                  <a:gd name="connsiteX171" fmla="*/ 276320 w 6095524"/>
                  <a:gd name="connsiteY171" fmla="*/ 1035558 h 1424940"/>
                  <a:gd name="connsiteX172" fmla="*/ 323755 w 6095524"/>
                  <a:gd name="connsiteY172" fmla="*/ 1061561 h 1424940"/>
                  <a:gd name="connsiteX173" fmla="*/ 361855 w 6095524"/>
                  <a:gd name="connsiteY173" fmla="*/ 1057942 h 1424940"/>
                  <a:gd name="connsiteX174" fmla="*/ 379571 w 6095524"/>
                  <a:gd name="connsiteY174" fmla="*/ 1039939 h 1424940"/>
                  <a:gd name="connsiteX175" fmla="*/ 430530 w 6095524"/>
                  <a:gd name="connsiteY175" fmla="*/ 1025747 h 1424940"/>
                  <a:gd name="connsiteX176" fmla="*/ 493300 w 6095524"/>
                  <a:gd name="connsiteY176" fmla="*/ 1027176 h 1424940"/>
                  <a:gd name="connsiteX177" fmla="*/ 537782 w 6095524"/>
                  <a:gd name="connsiteY177" fmla="*/ 1025366 h 1424940"/>
                  <a:gd name="connsiteX178" fmla="*/ 562166 w 6095524"/>
                  <a:gd name="connsiteY178" fmla="*/ 1015746 h 1424940"/>
                  <a:gd name="connsiteX179" fmla="*/ 579596 w 6095524"/>
                  <a:gd name="connsiteY179" fmla="*/ 1016699 h 1424940"/>
                  <a:gd name="connsiteX180" fmla="*/ 612362 w 6095524"/>
                  <a:gd name="connsiteY180" fmla="*/ 1023557 h 1424940"/>
                  <a:gd name="connsiteX181" fmla="*/ 716090 w 6095524"/>
                  <a:gd name="connsiteY181" fmla="*/ 1031653 h 1424940"/>
                  <a:gd name="connsiteX182" fmla="*/ 758381 w 6095524"/>
                  <a:gd name="connsiteY182" fmla="*/ 1018985 h 1424940"/>
                  <a:gd name="connsiteX183" fmla="*/ 771049 w 6095524"/>
                  <a:gd name="connsiteY183" fmla="*/ 1018699 h 1424940"/>
                  <a:gd name="connsiteX184" fmla="*/ 799433 w 6095524"/>
                  <a:gd name="connsiteY184" fmla="*/ 1023652 h 1424940"/>
                  <a:gd name="connsiteX185" fmla="*/ 858012 w 6095524"/>
                  <a:gd name="connsiteY185" fmla="*/ 1020318 h 1424940"/>
                  <a:gd name="connsiteX186" fmla="*/ 879634 w 6095524"/>
                  <a:gd name="connsiteY186" fmla="*/ 1015270 h 1424940"/>
                  <a:gd name="connsiteX187" fmla="*/ 891635 w 6095524"/>
                  <a:gd name="connsiteY187" fmla="*/ 1012031 h 1424940"/>
                  <a:gd name="connsiteX188" fmla="*/ 953262 w 6095524"/>
                  <a:gd name="connsiteY188" fmla="*/ 1003078 h 1424940"/>
                  <a:gd name="connsiteX189" fmla="*/ 980694 w 6095524"/>
                  <a:gd name="connsiteY189" fmla="*/ 993458 h 1424940"/>
                  <a:gd name="connsiteX190" fmla="*/ 988124 w 6095524"/>
                  <a:gd name="connsiteY190" fmla="*/ 992029 h 1424940"/>
                  <a:gd name="connsiteX191" fmla="*/ 1028795 w 6095524"/>
                  <a:gd name="connsiteY191" fmla="*/ 996029 h 1424940"/>
                  <a:gd name="connsiteX192" fmla="*/ 1059275 w 6095524"/>
                  <a:gd name="connsiteY192" fmla="*/ 1011555 h 1424940"/>
                  <a:gd name="connsiteX193" fmla="*/ 1065181 w 6095524"/>
                  <a:gd name="connsiteY193" fmla="*/ 1016794 h 1424940"/>
                  <a:gd name="connsiteX194" fmla="*/ 1150144 w 6095524"/>
                  <a:gd name="connsiteY194" fmla="*/ 1014984 h 1424940"/>
                  <a:gd name="connsiteX195" fmla="*/ 1163193 w 6095524"/>
                  <a:gd name="connsiteY195" fmla="*/ 1012793 h 1424940"/>
                  <a:gd name="connsiteX196" fmla="*/ 1226249 w 6095524"/>
                  <a:gd name="connsiteY196" fmla="*/ 1021937 h 1424940"/>
                  <a:gd name="connsiteX197" fmla="*/ 1244632 w 6095524"/>
                  <a:gd name="connsiteY197" fmla="*/ 1023747 h 1424940"/>
                  <a:gd name="connsiteX198" fmla="*/ 1310545 w 6095524"/>
                  <a:gd name="connsiteY198" fmla="*/ 1031939 h 1424940"/>
                  <a:gd name="connsiteX199" fmla="*/ 1319879 w 6095524"/>
                  <a:gd name="connsiteY199" fmla="*/ 1024319 h 1424940"/>
                  <a:gd name="connsiteX200" fmla="*/ 1346740 w 6095524"/>
                  <a:gd name="connsiteY200" fmla="*/ 1005173 h 1424940"/>
                  <a:gd name="connsiteX201" fmla="*/ 1399699 w 6095524"/>
                  <a:gd name="connsiteY201" fmla="*/ 988219 h 1424940"/>
                  <a:gd name="connsiteX202" fmla="*/ 1414082 w 6095524"/>
                  <a:gd name="connsiteY202" fmla="*/ 989171 h 1424940"/>
                  <a:gd name="connsiteX203" fmla="*/ 1450467 w 6095524"/>
                  <a:gd name="connsiteY203" fmla="*/ 1017461 h 1424940"/>
                  <a:gd name="connsiteX204" fmla="*/ 1468184 w 6095524"/>
                  <a:gd name="connsiteY204" fmla="*/ 1028795 h 1424940"/>
                  <a:gd name="connsiteX205" fmla="*/ 1518476 w 6095524"/>
                  <a:gd name="connsiteY205" fmla="*/ 1049655 h 1424940"/>
                  <a:gd name="connsiteX206" fmla="*/ 1522667 w 6095524"/>
                  <a:gd name="connsiteY206" fmla="*/ 1053465 h 1424940"/>
                  <a:gd name="connsiteX207" fmla="*/ 1559814 w 6095524"/>
                  <a:gd name="connsiteY207" fmla="*/ 1098709 h 1424940"/>
                  <a:gd name="connsiteX208" fmla="*/ 1568196 w 6095524"/>
                  <a:gd name="connsiteY208" fmla="*/ 1106424 h 1424940"/>
                  <a:gd name="connsiteX209" fmla="*/ 1578293 w 6095524"/>
                  <a:gd name="connsiteY209" fmla="*/ 1118426 h 1424940"/>
                  <a:gd name="connsiteX210" fmla="*/ 1609820 w 6095524"/>
                  <a:gd name="connsiteY210" fmla="*/ 1141667 h 1424940"/>
                  <a:gd name="connsiteX211" fmla="*/ 1648873 w 6095524"/>
                  <a:gd name="connsiteY211" fmla="*/ 1149096 h 1424940"/>
                  <a:gd name="connsiteX212" fmla="*/ 1696022 w 6095524"/>
                  <a:gd name="connsiteY212" fmla="*/ 1160431 h 1424940"/>
                  <a:gd name="connsiteX213" fmla="*/ 1715739 w 6095524"/>
                  <a:gd name="connsiteY213" fmla="*/ 1168051 h 1424940"/>
                  <a:gd name="connsiteX214" fmla="*/ 1768602 w 6095524"/>
                  <a:gd name="connsiteY214" fmla="*/ 1182529 h 1424940"/>
                  <a:gd name="connsiteX215" fmla="*/ 1806321 w 6095524"/>
                  <a:gd name="connsiteY215" fmla="*/ 1194721 h 1424940"/>
                  <a:gd name="connsiteX216" fmla="*/ 1860709 w 6095524"/>
                  <a:gd name="connsiteY216" fmla="*/ 1201865 h 1424940"/>
                  <a:gd name="connsiteX217" fmla="*/ 1887093 w 6095524"/>
                  <a:gd name="connsiteY217" fmla="*/ 1202150 h 1424940"/>
                  <a:gd name="connsiteX218" fmla="*/ 1935575 w 6095524"/>
                  <a:gd name="connsiteY218" fmla="*/ 1238726 h 1424940"/>
                  <a:gd name="connsiteX219" fmla="*/ 1974247 w 6095524"/>
                  <a:gd name="connsiteY219" fmla="*/ 1262920 h 1424940"/>
                  <a:gd name="connsiteX220" fmla="*/ 2014919 w 6095524"/>
                  <a:gd name="connsiteY220" fmla="*/ 1251204 h 1424940"/>
                  <a:gd name="connsiteX221" fmla="*/ 2025968 w 6095524"/>
                  <a:gd name="connsiteY221" fmla="*/ 1240155 h 1424940"/>
                  <a:gd name="connsiteX222" fmla="*/ 2092643 w 6095524"/>
                  <a:gd name="connsiteY222" fmla="*/ 1229678 h 1424940"/>
                  <a:gd name="connsiteX223" fmla="*/ 2187893 w 6095524"/>
                  <a:gd name="connsiteY223" fmla="*/ 1229297 h 1424940"/>
                  <a:gd name="connsiteX224" fmla="*/ 2346294 w 6095524"/>
                  <a:gd name="connsiteY224" fmla="*/ 1205484 h 1424940"/>
                  <a:gd name="connsiteX225" fmla="*/ 2373916 w 6095524"/>
                  <a:gd name="connsiteY225" fmla="*/ 1194435 h 1424940"/>
                  <a:gd name="connsiteX226" fmla="*/ 2404967 w 6095524"/>
                  <a:gd name="connsiteY226" fmla="*/ 1191673 h 1424940"/>
                  <a:gd name="connsiteX227" fmla="*/ 2416874 w 6095524"/>
                  <a:gd name="connsiteY227" fmla="*/ 1198436 h 1424940"/>
                  <a:gd name="connsiteX228" fmla="*/ 2468975 w 6095524"/>
                  <a:gd name="connsiteY228" fmla="*/ 1208532 h 1424940"/>
                  <a:gd name="connsiteX229" fmla="*/ 2478882 w 6095524"/>
                  <a:gd name="connsiteY229" fmla="*/ 1208723 h 1424940"/>
                  <a:gd name="connsiteX230" fmla="*/ 2512791 w 6095524"/>
                  <a:gd name="connsiteY230" fmla="*/ 1204436 h 1424940"/>
                  <a:gd name="connsiteX231" fmla="*/ 2544223 w 6095524"/>
                  <a:gd name="connsiteY231" fmla="*/ 1201960 h 1424940"/>
                  <a:gd name="connsiteX232" fmla="*/ 2623471 w 6095524"/>
                  <a:gd name="connsiteY232" fmla="*/ 1210056 h 1424940"/>
                  <a:gd name="connsiteX233" fmla="*/ 2684241 w 6095524"/>
                  <a:gd name="connsiteY233" fmla="*/ 1208151 h 1424940"/>
                  <a:gd name="connsiteX234" fmla="*/ 2712244 w 6095524"/>
                  <a:gd name="connsiteY234" fmla="*/ 1210056 h 1424940"/>
                  <a:gd name="connsiteX235" fmla="*/ 2728055 w 6095524"/>
                  <a:gd name="connsiteY235" fmla="*/ 1212914 h 1424940"/>
                  <a:gd name="connsiteX236" fmla="*/ 2763869 w 6095524"/>
                  <a:gd name="connsiteY236" fmla="*/ 1232821 h 1424940"/>
                  <a:gd name="connsiteX237" fmla="*/ 2783491 w 6095524"/>
                  <a:gd name="connsiteY237" fmla="*/ 1237298 h 1424940"/>
                  <a:gd name="connsiteX238" fmla="*/ 2842546 w 6095524"/>
                  <a:gd name="connsiteY238" fmla="*/ 1236917 h 1424940"/>
                  <a:gd name="connsiteX239" fmla="*/ 2931128 w 6095524"/>
                  <a:gd name="connsiteY239" fmla="*/ 1206913 h 1424940"/>
                  <a:gd name="connsiteX240" fmla="*/ 2940368 w 6095524"/>
                  <a:gd name="connsiteY240" fmla="*/ 1202912 h 1424940"/>
                  <a:gd name="connsiteX241" fmla="*/ 2985421 w 6095524"/>
                  <a:gd name="connsiteY241" fmla="*/ 1197959 h 1424940"/>
                  <a:gd name="connsiteX242" fmla="*/ 3015996 w 6095524"/>
                  <a:gd name="connsiteY242" fmla="*/ 1204722 h 1424940"/>
                  <a:gd name="connsiteX243" fmla="*/ 3057621 w 6095524"/>
                  <a:gd name="connsiteY243" fmla="*/ 1218724 h 1424940"/>
                  <a:gd name="connsiteX244" fmla="*/ 3095054 w 6095524"/>
                  <a:gd name="connsiteY244" fmla="*/ 1230440 h 1424940"/>
                  <a:gd name="connsiteX245" fmla="*/ 3122295 w 6095524"/>
                  <a:gd name="connsiteY245" fmla="*/ 1243679 h 1424940"/>
                  <a:gd name="connsiteX246" fmla="*/ 3184589 w 6095524"/>
                  <a:gd name="connsiteY246" fmla="*/ 1253395 h 1424940"/>
                  <a:gd name="connsiteX247" fmla="*/ 3191066 w 6095524"/>
                  <a:gd name="connsiteY247" fmla="*/ 1255014 h 1424940"/>
                  <a:gd name="connsiteX248" fmla="*/ 3237929 w 6095524"/>
                  <a:gd name="connsiteY248" fmla="*/ 1243203 h 1424940"/>
                  <a:gd name="connsiteX249" fmla="*/ 3294221 w 6095524"/>
                  <a:gd name="connsiteY249" fmla="*/ 1231202 h 1424940"/>
                  <a:gd name="connsiteX250" fmla="*/ 3314319 w 6095524"/>
                  <a:gd name="connsiteY250" fmla="*/ 1235297 h 1424940"/>
                  <a:gd name="connsiteX251" fmla="*/ 3341846 w 6095524"/>
                  <a:gd name="connsiteY251" fmla="*/ 1241108 h 1424940"/>
                  <a:gd name="connsiteX252" fmla="*/ 3367373 w 6095524"/>
                  <a:gd name="connsiteY252" fmla="*/ 1238060 h 1424940"/>
                  <a:gd name="connsiteX253" fmla="*/ 3382899 w 6095524"/>
                  <a:gd name="connsiteY253" fmla="*/ 1237774 h 1424940"/>
                  <a:gd name="connsiteX254" fmla="*/ 3453765 w 6095524"/>
                  <a:gd name="connsiteY254" fmla="*/ 1273397 h 1424940"/>
                  <a:gd name="connsiteX255" fmla="*/ 3471767 w 6095524"/>
                  <a:gd name="connsiteY255" fmla="*/ 1276350 h 1424940"/>
                  <a:gd name="connsiteX256" fmla="*/ 3481959 w 6095524"/>
                  <a:gd name="connsiteY256" fmla="*/ 1280732 h 1424940"/>
                  <a:gd name="connsiteX257" fmla="*/ 3543396 w 6095524"/>
                  <a:gd name="connsiteY257" fmla="*/ 1324928 h 1424940"/>
                  <a:gd name="connsiteX258" fmla="*/ 3569494 w 6095524"/>
                  <a:gd name="connsiteY258" fmla="*/ 1333881 h 1424940"/>
                  <a:gd name="connsiteX259" fmla="*/ 3598164 w 6095524"/>
                  <a:gd name="connsiteY259" fmla="*/ 1332071 h 1424940"/>
                  <a:gd name="connsiteX260" fmla="*/ 3614738 w 6095524"/>
                  <a:gd name="connsiteY260" fmla="*/ 1328833 h 1424940"/>
                  <a:gd name="connsiteX261" fmla="*/ 3655886 w 6095524"/>
                  <a:gd name="connsiteY261" fmla="*/ 1300734 h 1424940"/>
                  <a:gd name="connsiteX262" fmla="*/ 3679317 w 6095524"/>
                  <a:gd name="connsiteY262" fmla="*/ 1301687 h 1424940"/>
                  <a:gd name="connsiteX263" fmla="*/ 3715893 w 6095524"/>
                  <a:gd name="connsiteY263" fmla="*/ 1321022 h 1424940"/>
                  <a:gd name="connsiteX264" fmla="*/ 3782282 w 6095524"/>
                  <a:gd name="connsiteY264" fmla="*/ 1329690 h 1424940"/>
                  <a:gd name="connsiteX265" fmla="*/ 3816001 w 6095524"/>
                  <a:gd name="connsiteY265" fmla="*/ 1302639 h 1424940"/>
                  <a:gd name="connsiteX266" fmla="*/ 3833431 w 6095524"/>
                  <a:gd name="connsiteY266" fmla="*/ 1276636 h 1424940"/>
                  <a:gd name="connsiteX267" fmla="*/ 3883819 w 6095524"/>
                  <a:gd name="connsiteY267" fmla="*/ 1246442 h 1424940"/>
                  <a:gd name="connsiteX268" fmla="*/ 3895821 w 6095524"/>
                  <a:gd name="connsiteY268" fmla="*/ 1257681 h 1424940"/>
                  <a:gd name="connsiteX269" fmla="*/ 3932778 w 6095524"/>
                  <a:gd name="connsiteY269" fmla="*/ 1262444 h 1424940"/>
                  <a:gd name="connsiteX270" fmla="*/ 3972782 w 6095524"/>
                  <a:gd name="connsiteY270" fmla="*/ 1262063 h 1424940"/>
                  <a:gd name="connsiteX271" fmla="*/ 4042505 w 6095524"/>
                  <a:gd name="connsiteY271" fmla="*/ 1267111 h 1424940"/>
                  <a:gd name="connsiteX272" fmla="*/ 4088892 w 6095524"/>
                  <a:gd name="connsiteY272" fmla="*/ 1238250 h 1424940"/>
                  <a:gd name="connsiteX273" fmla="*/ 4106609 w 6095524"/>
                  <a:gd name="connsiteY273" fmla="*/ 1226344 h 1424940"/>
                  <a:gd name="connsiteX274" fmla="*/ 4123182 w 6095524"/>
                  <a:gd name="connsiteY274" fmla="*/ 1218724 h 1424940"/>
                  <a:gd name="connsiteX275" fmla="*/ 4142328 w 6095524"/>
                  <a:gd name="connsiteY275" fmla="*/ 1214438 h 1424940"/>
                  <a:gd name="connsiteX276" fmla="*/ 4188524 w 6095524"/>
                  <a:gd name="connsiteY276" fmla="*/ 1198245 h 1424940"/>
                  <a:gd name="connsiteX277" fmla="*/ 4213860 w 6095524"/>
                  <a:gd name="connsiteY277" fmla="*/ 1182338 h 1424940"/>
                  <a:gd name="connsiteX278" fmla="*/ 4270820 w 6095524"/>
                  <a:gd name="connsiteY278" fmla="*/ 1167003 h 1424940"/>
                  <a:gd name="connsiteX279" fmla="*/ 4309587 w 6095524"/>
                  <a:gd name="connsiteY279" fmla="*/ 1153287 h 1424940"/>
                  <a:gd name="connsiteX280" fmla="*/ 4350449 w 6095524"/>
                  <a:gd name="connsiteY280" fmla="*/ 1129665 h 1424940"/>
                  <a:gd name="connsiteX281" fmla="*/ 4356164 w 6095524"/>
                  <a:gd name="connsiteY281" fmla="*/ 1126046 h 1424940"/>
                  <a:gd name="connsiteX282" fmla="*/ 4369880 w 6095524"/>
                  <a:gd name="connsiteY282" fmla="*/ 1110520 h 1424940"/>
                  <a:gd name="connsiteX283" fmla="*/ 4389787 w 6095524"/>
                  <a:gd name="connsiteY283" fmla="*/ 1057085 h 1424940"/>
                  <a:gd name="connsiteX284" fmla="*/ 4395502 w 6095524"/>
                  <a:gd name="connsiteY284" fmla="*/ 1046226 h 1424940"/>
                  <a:gd name="connsiteX285" fmla="*/ 4447413 w 6095524"/>
                  <a:gd name="connsiteY285" fmla="*/ 1009650 h 1424940"/>
                  <a:gd name="connsiteX286" fmla="*/ 4466654 w 6095524"/>
                  <a:gd name="connsiteY286" fmla="*/ 1013079 h 1424940"/>
                  <a:gd name="connsiteX287" fmla="*/ 4487894 w 6095524"/>
                  <a:gd name="connsiteY287" fmla="*/ 1025081 h 1424940"/>
                  <a:gd name="connsiteX288" fmla="*/ 4534472 w 6095524"/>
                  <a:gd name="connsiteY288" fmla="*/ 1028224 h 1424940"/>
                  <a:gd name="connsiteX289" fmla="*/ 4551903 w 6095524"/>
                  <a:gd name="connsiteY289" fmla="*/ 1022033 h 1424940"/>
                  <a:gd name="connsiteX290" fmla="*/ 4582382 w 6095524"/>
                  <a:gd name="connsiteY290" fmla="*/ 1005364 h 1424940"/>
                  <a:gd name="connsiteX291" fmla="*/ 4605909 w 6095524"/>
                  <a:gd name="connsiteY291" fmla="*/ 979551 h 1424940"/>
                  <a:gd name="connsiteX292" fmla="*/ 4640104 w 6095524"/>
                  <a:gd name="connsiteY292" fmla="*/ 936879 h 1424940"/>
                  <a:gd name="connsiteX293" fmla="*/ 4705731 w 6095524"/>
                  <a:gd name="connsiteY293" fmla="*/ 920591 h 1424940"/>
                  <a:gd name="connsiteX294" fmla="*/ 4730973 w 6095524"/>
                  <a:gd name="connsiteY294" fmla="*/ 915162 h 1424940"/>
                  <a:gd name="connsiteX295" fmla="*/ 4822794 w 6095524"/>
                  <a:gd name="connsiteY295" fmla="*/ 892397 h 1424940"/>
                  <a:gd name="connsiteX296" fmla="*/ 4830794 w 6095524"/>
                  <a:gd name="connsiteY296" fmla="*/ 891635 h 1424940"/>
                  <a:gd name="connsiteX297" fmla="*/ 4894421 w 6095524"/>
                  <a:gd name="connsiteY297" fmla="*/ 865442 h 1424940"/>
                  <a:gd name="connsiteX298" fmla="*/ 4909756 w 6095524"/>
                  <a:gd name="connsiteY298" fmla="*/ 858964 h 1424940"/>
                  <a:gd name="connsiteX299" fmla="*/ 4928521 w 6095524"/>
                  <a:gd name="connsiteY299" fmla="*/ 842391 h 1424940"/>
                  <a:gd name="connsiteX300" fmla="*/ 4945857 w 6095524"/>
                  <a:gd name="connsiteY300" fmla="*/ 795623 h 1424940"/>
                  <a:gd name="connsiteX301" fmla="*/ 4966145 w 6095524"/>
                  <a:gd name="connsiteY301" fmla="*/ 774287 h 1424940"/>
                  <a:gd name="connsiteX302" fmla="*/ 4980909 w 6095524"/>
                  <a:gd name="connsiteY302" fmla="*/ 761333 h 1424940"/>
                  <a:gd name="connsiteX303" fmla="*/ 4993862 w 6095524"/>
                  <a:gd name="connsiteY303" fmla="*/ 741712 h 1424940"/>
                  <a:gd name="connsiteX304" fmla="*/ 5006816 w 6095524"/>
                  <a:gd name="connsiteY304" fmla="*/ 694754 h 1424940"/>
                  <a:gd name="connsiteX305" fmla="*/ 5026724 w 6095524"/>
                  <a:gd name="connsiteY305" fmla="*/ 653129 h 1424940"/>
                  <a:gd name="connsiteX306" fmla="*/ 5062538 w 6095524"/>
                  <a:gd name="connsiteY306" fmla="*/ 630079 h 1424940"/>
                  <a:gd name="connsiteX307" fmla="*/ 5084731 w 6095524"/>
                  <a:gd name="connsiteY307" fmla="*/ 617982 h 1424940"/>
                  <a:gd name="connsiteX308" fmla="*/ 5172647 w 6095524"/>
                  <a:gd name="connsiteY308" fmla="*/ 630174 h 1424940"/>
                  <a:gd name="connsiteX309" fmla="*/ 5232654 w 6095524"/>
                  <a:gd name="connsiteY309" fmla="*/ 642080 h 1424940"/>
                  <a:gd name="connsiteX310" fmla="*/ 5252371 w 6095524"/>
                  <a:gd name="connsiteY310" fmla="*/ 637508 h 1424940"/>
                  <a:gd name="connsiteX311" fmla="*/ 5308092 w 6095524"/>
                  <a:gd name="connsiteY311" fmla="*/ 598646 h 1424940"/>
                  <a:gd name="connsiteX312" fmla="*/ 5363147 w 6095524"/>
                  <a:gd name="connsiteY312" fmla="*/ 581311 h 1424940"/>
                  <a:gd name="connsiteX313" fmla="*/ 5404580 w 6095524"/>
                  <a:gd name="connsiteY313" fmla="*/ 576358 h 1424940"/>
                  <a:gd name="connsiteX314" fmla="*/ 5440203 w 6095524"/>
                  <a:gd name="connsiteY314" fmla="*/ 572548 h 1424940"/>
                  <a:gd name="connsiteX315" fmla="*/ 5482971 w 6095524"/>
                  <a:gd name="connsiteY315" fmla="*/ 561880 h 1424940"/>
                  <a:gd name="connsiteX316" fmla="*/ 5507165 w 6095524"/>
                  <a:gd name="connsiteY316" fmla="*/ 550259 h 1424940"/>
                  <a:gd name="connsiteX317" fmla="*/ 5545645 w 6095524"/>
                  <a:gd name="connsiteY317" fmla="*/ 533591 h 1424940"/>
                  <a:gd name="connsiteX318" fmla="*/ 5585079 w 6095524"/>
                  <a:gd name="connsiteY318" fmla="*/ 511969 h 1424940"/>
                  <a:gd name="connsiteX319" fmla="*/ 5615368 w 6095524"/>
                  <a:gd name="connsiteY319" fmla="*/ 481679 h 1424940"/>
                  <a:gd name="connsiteX320" fmla="*/ 5631656 w 6095524"/>
                  <a:gd name="connsiteY320" fmla="*/ 456152 h 1424940"/>
                  <a:gd name="connsiteX321" fmla="*/ 5679377 w 6095524"/>
                  <a:gd name="connsiteY321" fmla="*/ 419576 h 1424940"/>
                  <a:gd name="connsiteX322" fmla="*/ 5722525 w 6095524"/>
                  <a:gd name="connsiteY322" fmla="*/ 350615 h 1424940"/>
                  <a:gd name="connsiteX323" fmla="*/ 5749576 w 6095524"/>
                  <a:gd name="connsiteY323" fmla="*/ 321945 h 1424940"/>
                  <a:gd name="connsiteX324" fmla="*/ 5764911 w 6095524"/>
                  <a:gd name="connsiteY324" fmla="*/ 313849 h 1424940"/>
                  <a:gd name="connsiteX325" fmla="*/ 5791009 w 6095524"/>
                  <a:gd name="connsiteY325" fmla="*/ 293942 h 1424940"/>
                  <a:gd name="connsiteX326" fmla="*/ 5806440 w 6095524"/>
                  <a:gd name="connsiteY326" fmla="*/ 279178 h 1424940"/>
                  <a:gd name="connsiteX327" fmla="*/ 5848636 w 6095524"/>
                  <a:gd name="connsiteY327" fmla="*/ 224885 h 1424940"/>
                  <a:gd name="connsiteX328" fmla="*/ 5861590 w 6095524"/>
                  <a:gd name="connsiteY328" fmla="*/ 208788 h 1424940"/>
                  <a:gd name="connsiteX329" fmla="*/ 5888355 w 6095524"/>
                  <a:gd name="connsiteY329" fmla="*/ 181166 h 1424940"/>
                  <a:gd name="connsiteX330" fmla="*/ 5900071 w 6095524"/>
                  <a:gd name="connsiteY330" fmla="*/ 172784 h 1424940"/>
                  <a:gd name="connsiteX331" fmla="*/ 5920740 w 6095524"/>
                  <a:gd name="connsiteY331" fmla="*/ 150305 h 1424940"/>
                  <a:gd name="connsiteX332" fmla="*/ 5969985 w 6095524"/>
                  <a:gd name="connsiteY332" fmla="*/ 91345 h 1424940"/>
                  <a:gd name="connsiteX333" fmla="*/ 5991130 w 6095524"/>
                  <a:gd name="connsiteY333" fmla="*/ 58293 h 1424940"/>
                  <a:gd name="connsiteX334" fmla="*/ 6033325 w 6095524"/>
                  <a:gd name="connsiteY334" fmla="*/ 33909 h 1424940"/>
                  <a:gd name="connsiteX335" fmla="*/ 6054376 w 6095524"/>
                  <a:gd name="connsiteY335" fmla="*/ 20955 h 1424940"/>
                  <a:gd name="connsiteX336" fmla="*/ 6095524 w 6095524"/>
                  <a:gd name="connsiteY336" fmla="*/ 0 h 1424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Lst>
                <a:rect l="l" t="t" r="r" b="b"/>
                <a:pathLst>
                  <a:path w="6095524" h="1424940">
                    <a:moveTo>
                      <a:pt x="6095524" y="0"/>
                    </a:moveTo>
                    <a:cubicBezTo>
                      <a:pt x="6095524" y="7811"/>
                      <a:pt x="6095524" y="12573"/>
                      <a:pt x="6095524" y="17431"/>
                    </a:cubicBezTo>
                    <a:lnTo>
                      <a:pt x="6095524" y="216290"/>
                    </a:lnTo>
                    <a:lnTo>
                      <a:pt x="6079998" y="230600"/>
                    </a:lnTo>
                    <a:cubicBezTo>
                      <a:pt x="6058567" y="241363"/>
                      <a:pt x="6035706" y="251079"/>
                      <a:pt x="6012751" y="260699"/>
                    </a:cubicBezTo>
                    <a:cubicBezTo>
                      <a:pt x="6006084" y="263462"/>
                      <a:pt x="5998749" y="264986"/>
                      <a:pt x="5992749" y="268700"/>
                    </a:cubicBezTo>
                    <a:cubicBezTo>
                      <a:pt x="5965126" y="285655"/>
                      <a:pt x="5938361" y="303943"/>
                      <a:pt x="5910358" y="320231"/>
                    </a:cubicBezTo>
                    <a:cubicBezTo>
                      <a:pt x="5881497" y="337090"/>
                      <a:pt x="5855684" y="356997"/>
                      <a:pt x="5835777" y="383953"/>
                    </a:cubicBezTo>
                    <a:cubicBezTo>
                      <a:pt x="5817298" y="409004"/>
                      <a:pt x="5799391" y="434435"/>
                      <a:pt x="5781008" y="459581"/>
                    </a:cubicBezTo>
                    <a:cubicBezTo>
                      <a:pt x="5776341" y="465963"/>
                      <a:pt x="5772054" y="473488"/>
                      <a:pt x="5765673" y="477584"/>
                    </a:cubicBezTo>
                    <a:cubicBezTo>
                      <a:pt x="5752433" y="486156"/>
                      <a:pt x="5737955" y="493109"/>
                      <a:pt x="5723763" y="500158"/>
                    </a:cubicBezTo>
                    <a:cubicBezTo>
                      <a:pt x="5711571" y="506159"/>
                      <a:pt x="5698617" y="510635"/>
                      <a:pt x="5686711" y="517112"/>
                    </a:cubicBezTo>
                    <a:cubicBezTo>
                      <a:pt x="5677186" y="522256"/>
                      <a:pt x="5668708" y="529400"/>
                      <a:pt x="5659850" y="535877"/>
                    </a:cubicBezTo>
                    <a:cubicBezTo>
                      <a:pt x="5652135" y="541496"/>
                      <a:pt x="5643658" y="546354"/>
                      <a:pt x="5637181" y="553117"/>
                    </a:cubicBezTo>
                    <a:cubicBezTo>
                      <a:pt x="5621369" y="569500"/>
                      <a:pt x="5605462" y="585597"/>
                      <a:pt x="5585841" y="597694"/>
                    </a:cubicBezTo>
                    <a:cubicBezTo>
                      <a:pt x="5566505" y="609695"/>
                      <a:pt x="5548217" y="623126"/>
                      <a:pt x="5528977" y="635318"/>
                    </a:cubicBezTo>
                    <a:cubicBezTo>
                      <a:pt x="5510117" y="647224"/>
                      <a:pt x="5493067" y="660273"/>
                      <a:pt x="5483256" y="681419"/>
                    </a:cubicBezTo>
                    <a:cubicBezTo>
                      <a:pt x="5478875" y="690753"/>
                      <a:pt x="5472684" y="700945"/>
                      <a:pt x="5464397" y="706374"/>
                    </a:cubicBezTo>
                    <a:cubicBezTo>
                      <a:pt x="5452586" y="714089"/>
                      <a:pt x="5437632" y="716852"/>
                      <a:pt x="5424773" y="723424"/>
                    </a:cubicBezTo>
                    <a:cubicBezTo>
                      <a:pt x="5409628" y="731139"/>
                      <a:pt x="5392103" y="737807"/>
                      <a:pt x="5381815" y="750094"/>
                    </a:cubicBezTo>
                    <a:cubicBezTo>
                      <a:pt x="5372671" y="761048"/>
                      <a:pt x="5363432" y="769620"/>
                      <a:pt x="5351335" y="776573"/>
                    </a:cubicBezTo>
                    <a:cubicBezTo>
                      <a:pt x="5342858" y="781431"/>
                      <a:pt x="5336572" y="790289"/>
                      <a:pt x="5327809" y="794290"/>
                    </a:cubicBezTo>
                    <a:cubicBezTo>
                      <a:pt x="5316284" y="799624"/>
                      <a:pt x="5304663" y="803815"/>
                      <a:pt x="5294566" y="812102"/>
                    </a:cubicBezTo>
                    <a:cubicBezTo>
                      <a:pt x="5284089" y="820674"/>
                      <a:pt x="5272183" y="827437"/>
                      <a:pt x="5261229" y="835438"/>
                    </a:cubicBezTo>
                    <a:cubicBezTo>
                      <a:pt x="5255419" y="839724"/>
                      <a:pt x="5250656" y="845344"/>
                      <a:pt x="5245037" y="849821"/>
                    </a:cubicBezTo>
                    <a:cubicBezTo>
                      <a:pt x="5234750" y="858012"/>
                      <a:pt x="5224272" y="866013"/>
                      <a:pt x="5213699" y="873728"/>
                    </a:cubicBezTo>
                    <a:cubicBezTo>
                      <a:pt x="5203127" y="881444"/>
                      <a:pt x="5193030" y="890397"/>
                      <a:pt x="5181409" y="896017"/>
                    </a:cubicBezTo>
                    <a:cubicBezTo>
                      <a:pt x="5161598" y="905542"/>
                      <a:pt x="5139976" y="911257"/>
                      <a:pt x="5120735" y="921544"/>
                    </a:cubicBezTo>
                    <a:cubicBezTo>
                      <a:pt x="5101209" y="932021"/>
                      <a:pt x="5082826" y="945166"/>
                      <a:pt x="5065490" y="959072"/>
                    </a:cubicBezTo>
                    <a:cubicBezTo>
                      <a:pt x="5051774" y="970026"/>
                      <a:pt x="5038916" y="980885"/>
                      <a:pt x="5021675" y="986504"/>
                    </a:cubicBezTo>
                    <a:cubicBezTo>
                      <a:pt x="5012055" y="989648"/>
                      <a:pt x="5001959" y="996506"/>
                      <a:pt x="4996148" y="1004507"/>
                    </a:cubicBezTo>
                    <a:cubicBezTo>
                      <a:pt x="4983575" y="1021937"/>
                      <a:pt x="4967478" y="1034225"/>
                      <a:pt x="4949285" y="1044702"/>
                    </a:cubicBezTo>
                    <a:cubicBezTo>
                      <a:pt x="4924996" y="1058799"/>
                      <a:pt x="4900993" y="1073182"/>
                      <a:pt x="4876609" y="1086993"/>
                    </a:cubicBezTo>
                    <a:cubicBezTo>
                      <a:pt x="4862227" y="1095185"/>
                      <a:pt x="4847940" y="1103852"/>
                      <a:pt x="4832699" y="1109853"/>
                    </a:cubicBezTo>
                    <a:cubicBezTo>
                      <a:pt x="4801553" y="1122236"/>
                      <a:pt x="4769644" y="1132808"/>
                      <a:pt x="4738211" y="1144334"/>
                    </a:cubicBezTo>
                    <a:cubicBezTo>
                      <a:pt x="4727924" y="1148048"/>
                      <a:pt x="4718209" y="1153382"/>
                      <a:pt x="4707731" y="1156621"/>
                    </a:cubicBezTo>
                    <a:cubicBezTo>
                      <a:pt x="4696396" y="1160145"/>
                      <a:pt x="4684205" y="1161193"/>
                      <a:pt x="4672870" y="1164717"/>
                    </a:cubicBezTo>
                    <a:cubicBezTo>
                      <a:pt x="4654010" y="1170527"/>
                      <a:pt x="4635722" y="1177957"/>
                      <a:pt x="4616863" y="1183862"/>
                    </a:cubicBezTo>
                    <a:cubicBezTo>
                      <a:pt x="4580477" y="1195197"/>
                      <a:pt x="4543996" y="1206056"/>
                      <a:pt x="4507516" y="1216819"/>
                    </a:cubicBezTo>
                    <a:cubicBezTo>
                      <a:pt x="4499706" y="1219105"/>
                      <a:pt x="4491228" y="1219391"/>
                      <a:pt x="4483513" y="1221867"/>
                    </a:cubicBezTo>
                    <a:cubicBezTo>
                      <a:pt x="4463034" y="1228535"/>
                      <a:pt x="4442650" y="1235773"/>
                      <a:pt x="4422362" y="1243108"/>
                    </a:cubicBezTo>
                    <a:cubicBezTo>
                      <a:pt x="4410075" y="1247585"/>
                      <a:pt x="4398073" y="1253109"/>
                      <a:pt x="4385691" y="1257395"/>
                    </a:cubicBezTo>
                    <a:cubicBezTo>
                      <a:pt x="4375785" y="1260824"/>
                      <a:pt x="4365593" y="1263491"/>
                      <a:pt x="4355306" y="1265587"/>
                    </a:cubicBezTo>
                    <a:cubicBezTo>
                      <a:pt x="4346448" y="1267397"/>
                      <a:pt x="4337209" y="1267206"/>
                      <a:pt x="4328446" y="1269397"/>
                    </a:cubicBezTo>
                    <a:cubicBezTo>
                      <a:pt x="4304728" y="1275302"/>
                      <a:pt x="4281297" y="1281970"/>
                      <a:pt x="4257770" y="1288256"/>
                    </a:cubicBezTo>
                    <a:cubicBezTo>
                      <a:pt x="4248341" y="1290733"/>
                      <a:pt x="4238720" y="1292543"/>
                      <a:pt x="4229576" y="1295686"/>
                    </a:cubicBezTo>
                    <a:cubicBezTo>
                      <a:pt x="4205097" y="1303973"/>
                      <a:pt x="4180999" y="1313402"/>
                      <a:pt x="4156424" y="1321213"/>
                    </a:cubicBezTo>
                    <a:cubicBezTo>
                      <a:pt x="4136041" y="1327690"/>
                      <a:pt x="4115086" y="1332357"/>
                      <a:pt x="4094416" y="1338072"/>
                    </a:cubicBezTo>
                    <a:cubicBezTo>
                      <a:pt x="4085653" y="1340549"/>
                      <a:pt x="4077271" y="1344073"/>
                      <a:pt x="4068509" y="1346168"/>
                    </a:cubicBezTo>
                    <a:cubicBezTo>
                      <a:pt x="4048887" y="1350931"/>
                      <a:pt x="4028980" y="1354931"/>
                      <a:pt x="4009263" y="1359694"/>
                    </a:cubicBezTo>
                    <a:cubicBezTo>
                      <a:pt x="3998023" y="1362456"/>
                      <a:pt x="3987165" y="1367409"/>
                      <a:pt x="3975735" y="1369219"/>
                    </a:cubicBezTo>
                    <a:cubicBezTo>
                      <a:pt x="3948589" y="1373505"/>
                      <a:pt x="3921252" y="1376553"/>
                      <a:pt x="3893915" y="1379982"/>
                    </a:cubicBezTo>
                    <a:cubicBezTo>
                      <a:pt x="3865722" y="1383506"/>
                      <a:pt x="3837623" y="1387221"/>
                      <a:pt x="3809428" y="1390364"/>
                    </a:cubicBezTo>
                    <a:cubicBezTo>
                      <a:pt x="3793998" y="1391984"/>
                      <a:pt x="3778472" y="1392269"/>
                      <a:pt x="3763042" y="1393793"/>
                    </a:cubicBezTo>
                    <a:cubicBezTo>
                      <a:pt x="3749516" y="1395127"/>
                      <a:pt x="3736086" y="1397603"/>
                      <a:pt x="3722561" y="1399223"/>
                    </a:cubicBezTo>
                    <a:cubicBezTo>
                      <a:pt x="3710845" y="1400556"/>
                      <a:pt x="3699034" y="1401318"/>
                      <a:pt x="3687318" y="1402652"/>
                    </a:cubicBezTo>
                    <a:cubicBezTo>
                      <a:pt x="3668554" y="1404842"/>
                      <a:pt x="3649885" y="1407319"/>
                      <a:pt x="3631216" y="1409605"/>
                    </a:cubicBezTo>
                    <a:cubicBezTo>
                      <a:pt x="3623406" y="1410462"/>
                      <a:pt x="3615214" y="1412843"/>
                      <a:pt x="3607880" y="1411415"/>
                    </a:cubicBezTo>
                    <a:cubicBezTo>
                      <a:pt x="3589401" y="1407795"/>
                      <a:pt x="3571208" y="1408843"/>
                      <a:pt x="3552825" y="1411319"/>
                    </a:cubicBezTo>
                    <a:cubicBezTo>
                      <a:pt x="3546539" y="1412177"/>
                      <a:pt x="3539776" y="1411986"/>
                      <a:pt x="3533680" y="1410367"/>
                    </a:cubicBezTo>
                    <a:cubicBezTo>
                      <a:pt x="3521202" y="1407128"/>
                      <a:pt x="3509106" y="1402556"/>
                      <a:pt x="3496818" y="1398556"/>
                    </a:cubicBezTo>
                    <a:cubicBezTo>
                      <a:pt x="3495484" y="1398080"/>
                      <a:pt x="3493865" y="1397984"/>
                      <a:pt x="3492437" y="1397699"/>
                    </a:cubicBezTo>
                    <a:cubicBezTo>
                      <a:pt x="3484340" y="1396079"/>
                      <a:pt x="3476340" y="1394460"/>
                      <a:pt x="3468243" y="1393031"/>
                    </a:cubicBezTo>
                    <a:cubicBezTo>
                      <a:pt x="3463862" y="1392269"/>
                      <a:pt x="3459385" y="1392174"/>
                      <a:pt x="3455003" y="1391507"/>
                    </a:cubicBezTo>
                    <a:cubicBezTo>
                      <a:pt x="3438049" y="1388840"/>
                      <a:pt x="3419380" y="1393317"/>
                      <a:pt x="3404711" y="1381792"/>
                    </a:cubicBezTo>
                    <a:cubicBezTo>
                      <a:pt x="3395186" y="1374362"/>
                      <a:pt x="3385947" y="1376077"/>
                      <a:pt x="3375756" y="1377220"/>
                    </a:cubicBezTo>
                    <a:cubicBezTo>
                      <a:pt x="3368040" y="1378077"/>
                      <a:pt x="3360134" y="1377791"/>
                      <a:pt x="3352324" y="1377887"/>
                    </a:cubicBezTo>
                    <a:cubicBezTo>
                      <a:pt x="3338608" y="1378172"/>
                      <a:pt x="3324892" y="1378268"/>
                      <a:pt x="3311176" y="1378744"/>
                    </a:cubicBezTo>
                    <a:cubicBezTo>
                      <a:pt x="3306794" y="1378934"/>
                      <a:pt x="3302318" y="1381316"/>
                      <a:pt x="3298031" y="1380935"/>
                    </a:cubicBezTo>
                    <a:cubicBezTo>
                      <a:pt x="3278219" y="1379125"/>
                      <a:pt x="3258407" y="1376267"/>
                      <a:pt x="3238595" y="1374648"/>
                    </a:cubicBezTo>
                    <a:cubicBezTo>
                      <a:pt x="3227356" y="1373696"/>
                      <a:pt x="3215830" y="1375505"/>
                      <a:pt x="3204686" y="1374172"/>
                    </a:cubicBezTo>
                    <a:cubicBezTo>
                      <a:pt x="3191828" y="1372648"/>
                      <a:pt x="3179255" y="1368743"/>
                      <a:pt x="3166491" y="1366361"/>
                    </a:cubicBezTo>
                    <a:cubicBezTo>
                      <a:pt x="3162967" y="1365695"/>
                      <a:pt x="3159062" y="1366552"/>
                      <a:pt x="3155347" y="1366742"/>
                    </a:cubicBezTo>
                    <a:cubicBezTo>
                      <a:pt x="3151156" y="1366933"/>
                      <a:pt x="3147060" y="1367314"/>
                      <a:pt x="3142869" y="1367409"/>
                    </a:cubicBezTo>
                    <a:cubicBezTo>
                      <a:pt x="3130105" y="1367600"/>
                      <a:pt x="3117342" y="1367314"/>
                      <a:pt x="3104578" y="1367981"/>
                    </a:cubicBezTo>
                    <a:cubicBezTo>
                      <a:pt x="3096768" y="1368362"/>
                      <a:pt x="3088577" y="1372267"/>
                      <a:pt x="3081337" y="1370838"/>
                    </a:cubicBezTo>
                    <a:cubicBezTo>
                      <a:pt x="3066574" y="1368076"/>
                      <a:pt x="3051810" y="1374267"/>
                      <a:pt x="3037047" y="1369124"/>
                    </a:cubicBezTo>
                    <a:cubicBezTo>
                      <a:pt x="3032474" y="1367600"/>
                      <a:pt x="3026188" y="1371410"/>
                      <a:pt x="3020663" y="1371600"/>
                    </a:cubicBezTo>
                    <a:cubicBezTo>
                      <a:pt x="3006852" y="1372076"/>
                      <a:pt x="2993041" y="1371981"/>
                      <a:pt x="2979230" y="1371886"/>
                    </a:cubicBezTo>
                    <a:cubicBezTo>
                      <a:pt x="2966847" y="1371791"/>
                      <a:pt x="2953988" y="1373124"/>
                      <a:pt x="2942082" y="1370457"/>
                    </a:cubicBezTo>
                    <a:cubicBezTo>
                      <a:pt x="2929604" y="1367600"/>
                      <a:pt x="2918365" y="1367981"/>
                      <a:pt x="2906268" y="1371219"/>
                    </a:cubicBezTo>
                    <a:cubicBezTo>
                      <a:pt x="2897981" y="1373410"/>
                      <a:pt x="2889218" y="1373696"/>
                      <a:pt x="2880646" y="1374362"/>
                    </a:cubicBezTo>
                    <a:cubicBezTo>
                      <a:pt x="2871407" y="1375124"/>
                      <a:pt x="2861215" y="1373124"/>
                      <a:pt x="2852833" y="1376267"/>
                    </a:cubicBezTo>
                    <a:cubicBezTo>
                      <a:pt x="2827877" y="1385602"/>
                      <a:pt x="2802255" y="1387602"/>
                      <a:pt x="2776157" y="1387602"/>
                    </a:cubicBezTo>
                    <a:cubicBezTo>
                      <a:pt x="2771394" y="1387602"/>
                      <a:pt x="2766536" y="1386269"/>
                      <a:pt x="2761965" y="1384840"/>
                    </a:cubicBezTo>
                    <a:cubicBezTo>
                      <a:pt x="2735294" y="1376267"/>
                      <a:pt x="2708529" y="1377029"/>
                      <a:pt x="2681383" y="1382268"/>
                    </a:cubicBezTo>
                    <a:cubicBezTo>
                      <a:pt x="2675763" y="1383411"/>
                      <a:pt x="2669477" y="1383602"/>
                      <a:pt x="2663857" y="1382459"/>
                    </a:cubicBezTo>
                    <a:cubicBezTo>
                      <a:pt x="2648045" y="1379125"/>
                      <a:pt x="2632710" y="1373600"/>
                      <a:pt x="2616803" y="1371219"/>
                    </a:cubicBezTo>
                    <a:cubicBezTo>
                      <a:pt x="2590515" y="1367314"/>
                      <a:pt x="2567750" y="1380458"/>
                      <a:pt x="2544223" y="1389031"/>
                    </a:cubicBezTo>
                    <a:cubicBezTo>
                      <a:pt x="2521839" y="1397127"/>
                      <a:pt x="2502789" y="1415415"/>
                      <a:pt x="2476309" y="1411319"/>
                    </a:cubicBezTo>
                    <a:cubicBezTo>
                      <a:pt x="2473643" y="1410938"/>
                      <a:pt x="2470690" y="1413510"/>
                      <a:pt x="2467737" y="1414177"/>
                    </a:cubicBezTo>
                    <a:cubicBezTo>
                      <a:pt x="2459641" y="1415987"/>
                      <a:pt x="2451545" y="1418177"/>
                      <a:pt x="2443353" y="1419035"/>
                    </a:cubicBezTo>
                    <a:cubicBezTo>
                      <a:pt x="2433352" y="1420178"/>
                      <a:pt x="2423160" y="1419797"/>
                      <a:pt x="2413159" y="1420749"/>
                    </a:cubicBezTo>
                    <a:cubicBezTo>
                      <a:pt x="2400300" y="1421892"/>
                      <a:pt x="2387632" y="1424940"/>
                      <a:pt x="2374868" y="1424940"/>
                    </a:cubicBezTo>
                    <a:cubicBezTo>
                      <a:pt x="2364581" y="1424940"/>
                      <a:pt x="2354389" y="1421416"/>
                      <a:pt x="2344198" y="1419701"/>
                    </a:cubicBezTo>
                    <a:cubicBezTo>
                      <a:pt x="2329815" y="1417320"/>
                      <a:pt x="2314003" y="1417987"/>
                      <a:pt x="2301335" y="1411891"/>
                    </a:cubicBezTo>
                    <a:cubicBezTo>
                      <a:pt x="2287810" y="1405414"/>
                      <a:pt x="2274951" y="1402461"/>
                      <a:pt x="2260949" y="1404461"/>
                    </a:cubicBezTo>
                    <a:cubicBezTo>
                      <a:pt x="2256282" y="1405128"/>
                      <a:pt x="2250281" y="1409129"/>
                      <a:pt x="2248186" y="1413224"/>
                    </a:cubicBezTo>
                    <a:cubicBezTo>
                      <a:pt x="2243518" y="1422368"/>
                      <a:pt x="2237137" y="1423988"/>
                      <a:pt x="2228469" y="1420844"/>
                    </a:cubicBezTo>
                    <a:cubicBezTo>
                      <a:pt x="2220944" y="1418177"/>
                      <a:pt x="2211705" y="1416844"/>
                      <a:pt x="2206562" y="1411700"/>
                    </a:cubicBezTo>
                    <a:cubicBezTo>
                      <a:pt x="2191988" y="1397127"/>
                      <a:pt x="2173414" y="1396651"/>
                      <a:pt x="2155317" y="1392746"/>
                    </a:cubicBezTo>
                    <a:cubicBezTo>
                      <a:pt x="2144269" y="1390364"/>
                      <a:pt x="2133981" y="1390269"/>
                      <a:pt x="2122932" y="1391888"/>
                    </a:cubicBezTo>
                    <a:cubicBezTo>
                      <a:pt x="2098930" y="1395508"/>
                      <a:pt x="2075593" y="1390364"/>
                      <a:pt x="2052542" y="1383792"/>
                    </a:cubicBezTo>
                    <a:cubicBezTo>
                      <a:pt x="2037302" y="1379411"/>
                      <a:pt x="2021681" y="1376744"/>
                      <a:pt x="2006537" y="1372267"/>
                    </a:cubicBezTo>
                    <a:cubicBezTo>
                      <a:pt x="1995202" y="1368838"/>
                      <a:pt x="1983868" y="1364742"/>
                      <a:pt x="1973486" y="1359218"/>
                    </a:cubicBezTo>
                    <a:cubicBezTo>
                      <a:pt x="1958435" y="1351121"/>
                      <a:pt x="1945292" y="1338929"/>
                      <a:pt x="1926146" y="1342168"/>
                    </a:cubicBezTo>
                    <a:cubicBezTo>
                      <a:pt x="1909286" y="1345025"/>
                      <a:pt x="1894047" y="1339025"/>
                      <a:pt x="1878616" y="1333310"/>
                    </a:cubicBezTo>
                    <a:cubicBezTo>
                      <a:pt x="1867281" y="1329119"/>
                      <a:pt x="1855948" y="1324832"/>
                      <a:pt x="1844231" y="1322165"/>
                    </a:cubicBezTo>
                    <a:cubicBezTo>
                      <a:pt x="1830324" y="1319022"/>
                      <a:pt x="1814608" y="1320356"/>
                      <a:pt x="1802225" y="1314545"/>
                    </a:cubicBezTo>
                    <a:cubicBezTo>
                      <a:pt x="1789271" y="1308449"/>
                      <a:pt x="1778509" y="1312545"/>
                      <a:pt x="1766983" y="1314260"/>
                    </a:cubicBezTo>
                    <a:cubicBezTo>
                      <a:pt x="1748600" y="1316927"/>
                      <a:pt x="1730311" y="1321880"/>
                      <a:pt x="1711738" y="1315593"/>
                    </a:cubicBezTo>
                    <a:cubicBezTo>
                      <a:pt x="1689164" y="1307973"/>
                      <a:pt x="1666780" y="1299782"/>
                      <a:pt x="1644111" y="1292543"/>
                    </a:cubicBezTo>
                    <a:cubicBezTo>
                      <a:pt x="1635347" y="1289780"/>
                      <a:pt x="1625919" y="1288637"/>
                      <a:pt x="1616774" y="1287399"/>
                    </a:cubicBezTo>
                    <a:cubicBezTo>
                      <a:pt x="1608107" y="1286351"/>
                      <a:pt x="1597725" y="1289018"/>
                      <a:pt x="1591056" y="1285018"/>
                    </a:cubicBezTo>
                    <a:cubicBezTo>
                      <a:pt x="1573911" y="1274731"/>
                      <a:pt x="1556291" y="1269683"/>
                      <a:pt x="1536478" y="1269683"/>
                    </a:cubicBezTo>
                    <a:cubicBezTo>
                      <a:pt x="1529048" y="1269683"/>
                      <a:pt x="1521809" y="1265396"/>
                      <a:pt x="1514285" y="1264634"/>
                    </a:cubicBezTo>
                    <a:cubicBezTo>
                      <a:pt x="1503997" y="1263682"/>
                      <a:pt x="1492186" y="1261110"/>
                      <a:pt x="1483233" y="1264730"/>
                    </a:cubicBezTo>
                    <a:cubicBezTo>
                      <a:pt x="1462183" y="1273302"/>
                      <a:pt x="1445134" y="1266158"/>
                      <a:pt x="1426750" y="1257681"/>
                    </a:cubicBezTo>
                    <a:cubicBezTo>
                      <a:pt x="1408652" y="1249299"/>
                      <a:pt x="1389602" y="1242632"/>
                      <a:pt x="1370362" y="1237107"/>
                    </a:cubicBezTo>
                    <a:cubicBezTo>
                      <a:pt x="1363123" y="1235107"/>
                      <a:pt x="1354456" y="1238441"/>
                      <a:pt x="1346454" y="1239107"/>
                    </a:cubicBezTo>
                    <a:cubicBezTo>
                      <a:pt x="1343596" y="1239298"/>
                      <a:pt x="1340453" y="1239584"/>
                      <a:pt x="1337882" y="1238631"/>
                    </a:cubicBezTo>
                    <a:cubicBezTo>
                      <a:pt x="1313022" y="1229487"/>
                      <a:pt x="1287780" y="1222534"/>
                      <a:pt x="1260825" y="1227296"/>
                    </a:cubicBezTo>
                    <a:cubicBezTo>
                      <a:pt x="1258349" y="1227773"/>
                      <a:pt x="1255586" y="1226725"/>
                      <a:pt x="1253109" y="1226058"/>
                    </a:cubicBezTo>
                    <a:cubicBezTo>
                      <a:pt x="1241012" y="1222629"/>
                      <a:pt x="1229201" y="1217200"/>
                      <a:pt x="1216915" y="1215962"/>
                    </a:cubicBezTo>
                    <a:cubicBezTo>
                      <a:pt x="1186625" y="1212914"/>
                      <a:pt x="1156146" y="1211675"/>
                      <a:pt x="1125664" y="1209675"/>
                    </a:cubicBezTo>
                    <a:cubicBezTo>
                      <a:pt x="1123759" y="1209580"/>
                      <a:pt x="1121759" y="1209580"/>
                      <a:pt x="1120045" y="1208913"/>
                    </a:cubicBezTo>
                    <a:cubicBezTo>
                      <a:pt x="1108805" y="1204817"/>
                      <a:pt x="1098995" y="1206151"/>
                      <a:pt x="1089469" y="1213961"/>
                    </a:cubicBezTo>
                    <a:cubicBezTo>
                      <a:pt x="1085278" y="1217390"/>
                      <a:pt x="1079563" y="1219200"/>
                      <a:pt x="1074325" y="1221105"/>
                    </a:cubicBezTo>
                    <a:cubicBezTo>
                      <a:pt x="1066609" y="1223963"/>
                      <a:pt x="1058704" y="1226725"/>
                      <a:pt x="1050703" y="1228535"/>
                    </a:cubicBezTo>
                    <a:cubicBezTo>
                      <a:pt x="1042797" y="1230249"/>
                      <a:pt x="1034320" y="1232630"/>
                      <a:pt x="1026700" y="1231297"/>
                    </a:cubicBezTo>
                    <a:cubicBezTo>
                      <a:pt x="1012984" y="1228916"/>
                      <a:pt x="999934" y="1223582"/>
                      <a:pt x="986409" y="1220057"/>
                    </a:cubicBezTo>
                    <a:cubicBezTo>
                      <a:pt x="981742" y="1218819"/>
                      <a:pt x="976598" y="1219010"/>
                      <a:pt x="971741" y="1218914"/>
                    </a:cubicBezTo>
                    <a:cubicBezTo>
                      <a:pt x="960596" y="1218629"/>
                      <a:pt x="949166" y="1221391"/>
                      <a:pt x="939070" y="1213485"/>
                    </a:cubicBezTo>
                    <a:cubicBezTo>
                      <a:pt x="929736" y="1206056"/>
                      <a:pt x="920305" y="1208246"/>
                      <a:pt x="910495" y="1213866"/>
                    </a:cubicBezTo>
                    <a:cubicBezTo>
                      <a:pt x="903446" y="1217867"/>
                      <a:pt x="895446" y="1221010"/>
                      <a:pt x="887540" y="1222534"/>
                    </a:cubicBezTo>
                    <a:cubicBezTo>
                      <a:pt x="876681" y="1224629"/>
                      <a:pt x="865918" y="1225487"/>
                      <a:pt x="854202" y="1224248"/>
                    </a:cubicBezTo>
                    <a:cubicBezTo>
                      <a:pt x="845915" y="1223391"/>
                      <a:pt x="839152" y="1223010"/>
                      <a:pt x="832675" y="1217962"/>
                    </a:cubicBezTo>
                    <a:cubicBezTo>
                      <a:pt x="831628" y="1217200"/>
                      <a:pt x="829723" y="1217009"/>
                      <a:pt x="828294" y="1217105"/>
                    </a:cubicBezTo>
                    <a:cubicBezTo>
                      <a:pt x="809530" y="1218724"/>
                      <a:pt x="790956" y="1217867"/>
                      <a:pt x="772001" y="1216723"/>
                    </a:cubicBezTo>
                    <a:cubicBezTo>
                      <a:pt x="747904" y="1215200"/>
                      <a:pt x="722566" y="1219676"/>
                      <a:pt x="701707" y="1235678"/>
                    </a:cubicBezTo>
                    <a:cubicBezTo>
                      <a:pt x="698659" y="1238060"/>
                      <a:pt x="694087" y="1239107"/>
                      <a:pt x="690086" y="1239679"/>
                    </a:cubicBezTo>
                    <a:cubicBezTo>
                      <a:pt x="671227" y="1242155"/>
                      <a:pt x="652272" y="1243870"/>
                      <a:pt x="633412" y="1246632"/>
                    </a:cubicBezTo>
                    <a:cubicBezTo>
                      <a:pt x="623125" y="1248156"/>
                      <a:pt x="612362" y="1249490"/>
                      <a:pt x="603028" y="1253681"/>
                    </a:cubicBezTo>
                    <a:cubicBezTo>
                      <a:pt x="593885" y="1257776"/>
                      <a:pt x="586549" y="1262634"/>
                      <a:pt x="581120" y="1254062"/>
                    </a:cubicBezTo>
                    <a:cubicBezTo>
                      <a:pt x="571406" y="1258634"/>
                      <a:pt x="562927" y="1262444"/>
                      <a:pt x="554642" y="1266539"/>
                    </a:cubicBezTo>
                    <a:cubicBezTo>
                      <a:pt x="551593" y="1268063"/>
                      <a:pt x="549021" y="1270540"/>
                      <a:pt x="545973" y="1271969"/>
                    </a:cubicBezTo>
                    <a:cubicBezTo>
                      <a:pt x="542734" y="1273493"/>
                      <a:pt x="539115" y="1274445"/>
                      <a:pt x="535591" y="1275207"/>
                    </a:cubicBezTo>
                    <a:cubicBezTo>
                      <a:pt x="519874" y="1278636"/>
                      <a:pt x="504158" y="1281779"/>
                      <a:pt x="488538" y="1285494"/>
                    </a:cubicBezTo>
                    <a:cubicBezTo>
                      <a:pt x="485489" y="1286256"/>
                      <a:pt x="482917" y="1289304"/>
                      <a:pt x="480155" y="1291304"/>
                    </a:cubicBezTo>
                    <a:cubicBezTo>
                      <a:pt x="478345" y="1292638"/>
                      <a:pt x="476536" y="1294638"/>
                      <a:pt x="474535" y="1294924"/>
                    </a:cubicBezTo>
                    <a:cubicBezTo>
                      <a:pt x="459295" y="1297210"/>
                      <a:pt x="444151" y="1299877"/>
                      <a:pt x="428816" y="1301020"/>
                    </a:cubicBezTo>
                    <a:cubicBezTo>
                      <a:pt x="415957" y="1301972"/>
                      <a:pt x="403574" y="1301687"/>
                      <a:pt x="400241" y="1318260"/>
                    </a:cubicBezTo>
                    <a:cubicBezTo>
                      <a:pt x="399669" y="1321118"/>
                      <a:pt x="395573" y="1324166"/>
                      <a:pt x="392431" y="1325594"/>
                    </a:cubicBezTo>
                    <a:cubicBezTo>
                      <a:pt x="383477" y="1329690"/>
                      <a:pt x="373951" y="1332452"/>
                      <a:pt x="365093" y="1336643"/>
                    </a:cubicBezTo>
                    <a:cubicBezTo>
                      <a:pt x="336042" y="1350645"/>
                      <a:pt x="305658" y="1359503"/>
                      <a:pt x="273177" y="1357884"/>
                    </a:cubicBezTo>
                    <a:cubicBezTo>
                      <a:pt x="263081" y="1357408"/>
                      <a:pt x="253270" y="1352264"/>
                      <a:pt x="246888" y="1350359"/>
                    </a:cubicBezTo>
                    <a:cubicBezTo>
                      <a:pt x="228506" y="1357884"/>
                      <a:pt x="213075" y="1365123"/>
                      <a:pt x="196977" y="1370552"/>
                    </a:cubicBezTo>
                    <a:cubicBezTo>
                      <a:pt x="182785" y="1375410"/>
                      <a:pt x="167926" y="1378458"/>
                      <a:pt x="153352" y="1381982"/>
                    </a:cubicBezTo>
                    <a:cubicBezTo>
                      <a:pt x="148018" y="1383316"/>
                      <a:pt x="142589" y="1384078"/>
                      <a:pt x="137160" y="1384745"/>
                    </a:cubicBezTo>
                    <a:cubicBezTo>
                      <a:pt x="120206" y="1386840"/>
                      <a:pt x="102489" y="1381792"/>
                      <a:pt x="85917" y="1389793"/>
                    </a:cubicBezTo>
                    <a:cubicBezTo>
                      <a:pt x="77248" y="1393984"/>
                      <a:pt x="68675" y="1399032"/>
                      <a:pt x="59532" y="1401223"/>
                    </a:cubicBezTo>
                    <a:cubicBezTo>
                      <a:pt x="49721" y="1403604"/>
                      <a:pt x="40124" y="1407319"/>
                      <a:pt x="30325" y="1409974"/>
                    </a:cubicBezTo>
                    <a:lnTo>
                      <a:pt x="0" y="1412360"/>
                    </a:lnTo>
                    <a:lnTo>
                      <a:pt x="0" y="1058622"/>
                    </a:lnTo>
                    <a:lnTo>
                      <a:pt x="17145" y="1060228"/>
                    </a:lnTo>
                    <a:cubicBezTo>
                      <a:pt x="26480" y="1061561"/>
                      <a:pt x="35528" y="1066133"/>
                      <a:pt x="44672" y="1066324"/>
                    </a:cubicBezTo>
                    <a:cubicBezTo>
                      <a:pt x="59055" y="1066610"/>
                      <a:pt x="71819" y="1068419"/>
                      <a:pt x="84677" y="1076230"/>
                    </a:cubicBezTo>
                    <a:cubicBezTo>
                      <a:pt x="104108" y="1087946"/>
                      <a:pt x="120110" y="1082993"/>
                      <a:pt x="132017" y="1064990"/>
                    </a:cubicBezTo>
                    <a:cubicBezTo>
                      <a:pt x="133255" y="1063181"/>
                      <a:pt x="134874" y="1060799"/>
                      <a:pt x="136779" y="1060323"/>
                    </a:cubicBezTo>
                    <a:cubicBezTo>
                      <a:pt x="153639" y="1056132"/>
                      <a:pt x="170974" y="1048131"/>
                      <a:pt x="187547" y="1049179"/>
                    </a:cubicBezTo>
                    <a:cubicBezTo>
                      <a:pt x="216789" y="1051084"/>
                      <a:pt x="244316" y="1048798"/>
                      <a:pt x="270891" y="1036415"/>
                    </a:cubicBezTo>
                    <a:cubicBezTo>
                      <a:pt x="272510" y="1035653"/>
                      <a:pt x="274987" y="1034891"/>
                      <a:pt x="276320" y="1035558"/>
                    </a:cubicBezTo>
                    <a:cubicBezTo>
                      <a:pt x="292322" y="1043845"/>
                      <a:pt x="309848" y="1050417"/>
                      <a:pt x="323755" y="1061561"/>
                    </a:cubicBezTo>
                    <a:cubicBezTo>
                      <a:pt x="336995" y="1072134"/>
                      <a:pt x="352997" y="1072229"/>
                      <a:pt x="361855" y="1057942"/>
                    </a:cubicBezTo>
                    <a:cubicBezTo>
                      <a:pt x="366236" y="1050893"/>
                      <a:pt x="372332" y="1042702"/>
                      <a:pt x="379571" y="1039939"/>
                    </a:cubicBezTo>
                    <a:cubicBezTo>
                      <a:pt x="395954" y="1033653"/>
                      <a:pt x="413481" y="1030414"/>
                      <a:pt x="430530" y="1025747"/>
                    </a:cubicBezTo>
                    <a:cubicBezTo>
                      <a:pt x="451581" y="1020032"/>
                      <a:pt x="472345" y="1020032"/>
                      <a:pt x="493300" y="1027176"/>
                    </a:cubicBezTo>
                    <a:cubicBezTo>
                      <a:pt x="508064" y="1032224"/>
                      <a:pt x="523113" y="1032224"/>
                      <a:pt x="537782" y="1025366"/>
                    </a:cubicBezTo>
                    <a:cubicBezTo>
                      <a:pt x="545687" y="1021652"/>
                      <a:pt x="553784" y="1017842"/>
                      <a:pt x="562166" y="1015746"/>
                    </a:cubicBezTo>
                    <a:cubicBezTo>
                      <a:pt x="567595" y="1014412"/>
                      <a:pt x="573881" y="1015651"/>
                      <a:pt x="579596" y="1016699"/>
                    </a:cubicBezTo>
                    <a:cubicBezTo>
                      <a:pt x="590645" y="1018794"/>
                      <a:pt x="602075" y="1025176"/>
                      <a:pt x="612362" y="1023557"/>
                    </a:cubicBezTo>
                    <a:cubicBezTo>
                      <a:pt x="647891" y="1017842"/>
                      <a:pt x="681419" y="1031272"/>
                      <a:pt x="716090" y="1031653"/>
                    </a:cubicBezTo>
                    <a:cubicBezTo>
                      <a:pt x="731806" y="1031843"/>
                      <a:pt x="747332" y="1034891"/>
                      <a:pt x="758381" y="1018985"/>
                    </a:cubicBezTo>
                    <a:cubicBezTo>
                      <a:pt x="759809" y="1016889"/>
                      <a:pt x="766763" y="1018032"/>
                      <a:pt x="771049" y="1018699"/>
                    </a:cubicBezTo>
                    <a:cubicBezTo>
                      <a:pt x="780574" y="1020128"/>
                      <a:pt x="790004" y="1023747"/>
                      <a:pt x="799433" y="1023652"/>
                    </a:cubicBezTo>
                    <a:cubicBezTo>
                      <a:pt x="818960" y="1023557"/>
                      <a:pt x="838581" y="1022033"/>
                      <a:pt x="858012" y="1020318"/>
                    </a:cubicBezTo>
                    <a:cubicBezTo>
                      <a:pt x="865346" y="1019651"/>
                      <a:pt x="872395" y="1017080"/>
                      <a:pt x="879634" y="1015270"/>
                    </a:cubicBezTo>
                    <a:cubicBezTo>
                      <a:pt x="883634" y="1014222"/>
                      <a:pt x="887921" y="1011460"/>
                      <a:pt x="891635" y="1012031"/>
                    </a:cubicBezTo>
                    <a:cubicBezTo>
                      <a:pt x="913162" y="1015365"/>
                      <a:pt x="932879" y="1007174"/>
                      <a:pt x="953262" y="1003078"/>
                    </a:cubicBezTo>
                    <a:cubicBezTo>
                      <a:pt x="962692" y="1001173"/>
                      <a:pt x="971550" y="996601"/>
                      <a:pt x="980694" y="993458"/>
                    </a:cubicBezTo>
                    <a:cubicBezTo>
                      <a:pt x="983075" y="992600"/>
                      <a:pt x="985742" y="991838"/>
                      <a:pt x="988124" y="992029"/>
                    </a:cubicBezTo>
                    <a:cubicBezTo>
                      <a:pt x="1001744" y="993172"/>
                      <a:pt x="1015270" y="994791"/>
                      <a:pt x="1028795" y="996029"/>
                    </a:cubicBezTo>
                    <a:cubicBezTo>
                      <a:pt x="1041083" y="997172"/>
                      <a:pt x="1053465" y="997553"/>
                      <a:pt x="1059275" y="1011555"/>
                    </a:cubicBezTo>
                    <a:cubicBezTo>
                      <a:pt x="1060133" y="1013746"/>
                      <a:pt x="1062990" y="1015365"/>
                      <a:pt x="1065181" y="1016794"/>
                    </a:cubicBezTo>
                    <a:cubicBezTo>
                      <a:pt x="1098995" y="1038797"/>
                      <a:pt x="1117092" y="1038225"/>
                      <a:pt x="1150144" y="1014984"/>
                    </a:cubicBezTo>
                    <a:cubicBezTo>
                      <a:pt x="1153573" y="1012603"/>
                      <a:pt x="1160907" y="1010888"/>
                      <a:pt x="1163193" y="1012793"/>
                    </a:cubicBezTo>
                    <a:cubicBezTo>
                      <a:pt x="1182624" y="1028605"/>
                      <a:pt x="1203865" y="1026890"/>
                      <a:pt x="1226249" y="1021937"/>
                    </a:cubicBezTo>
                    <a:cubicBezTo>
                      <a:pt x="1232059" y="1020604"/>
                      <a:pt x="1240251" y="1020604"/>
                      <a:pt x="1244632" y="1023747"/>
                    </a:cubicBezTo>
                    <a:cubicBezTo>
                      <a:pt x="1265492" y="1038320"/>
                      <a:pt x="1287876" y="1036225"/>
                      <a:pt x="1310545" y="1031939"/>
                    </a:cubicBezTo>
                    <a:cubicBezTo>
                      <a:pt x="1314069" y="1031272"/>
                      <a:pt x="1318356" y="1027652"/>
                      <a:pt x="1319879" y="1024319"/>
                    </a:cubicBezTo>
                    <a:cubicBezTo>
                      <a:pt x="1325309" y="1012508"/>
                      <a:pt x="1335501" y="1008507"/>
                      <a:pt x="1346740" y="1005173"/>
                    </a:cubicBezTo>
                    <a:cubicBezTo>
                      <a:pt x="1364457" y="999744"/>
                      <a:pt x="1381887" y="993362"/>
                      <a:pt x="1399699" y="988219"/>
                    </a:cubicBezTo>
                    <a:cubicBezTo>
                      <a:pt x="1404081" y="986981"/>
                      <a:pt x="1409510" y="987743"/>
                      <a:pt x="1414082" y="989171"/>
                    </a:cubicBezTo>
                    <a:cubicBezTo>
                      <a:pt x="1429703" y="994029"/>
                      <a:pt x="1439609" y="1006221"/>
                      <a:pt x="1450467" y="1017461"/>
                    </a:cubicBezTo>
                    <a:cubicBezTo>
                      <a:pt x="1455230" y="1022414"/>
                      <a:pt x="1461802" y="1025938"/>
                      <a:pt x="1468184" y="1028795"/>
                    </a:cubicBezTo>
                    <a:cubicBezTo>
                      <a:pt x="1484757" y="1036130"/>
                      <a:pt x="1501712" y="1042702"/>
                      <a:pt x="1518476" y="1049655"/>
                    </a:cubicBezTo>
                    <a:cubicBezTo>
                      <a:pt x="1520095" y="1050322"/>
                      <a:pt x="1521428" y="1052036"/>
                      <a:pt x="1522667" y="1053465"/>
                    </a:cubicBezTo>
                    <a:cubicBezTo>
                      <a:pt x="1535049" y="1068515"/>
                      <a:pt x="1547336" y="1083659"/>
                      <a:pt x="1559814" y="1098709"/>
                    </a:cubicBezTo>
                    <a:cubicBezTo>
                      <a:pt x="1562195" y="1101566"/>
                      <a:pt x="1565625" y="1103662"/>
                      <a:pt x="1568196" y="1106424"/>
                    </a:cubicBezTo>
                    <a:cubicBezTo>
                      <a:pt x="1571816" y="1110234"/>
                      <a:pt x="1576388" y="1113854"/>
                      <a:pt x="1578293" y="1118426"/>
                    </a:cubicBezTo>
                    <a:cubicBezTo>
                      <a:pt x="1584198" y="1132808"/>
                      <a:pt x="1595533" y="1139000"/>
                      <a:pt x="1609820" y="1141667"/>
                    </a:cubicBezTo>
                    <a:cubicBezTo>
                      <a:pt x="1622870" y="1144143"/>
                      <a:pt x="1635919" y="1146239"/>
                      <a:pt x="1648873" y="1149096"/>
                    </a:cubicBezTo>
                    <a:cubicBezTo>
                      <a:pt x="1664684" y="1152525"/>
                      <a:pt x="1680401" y="1156240"/>
                      <a:pt x="1696022" y="1160431"/>
                    </a:cubicBezTo>
                    <a:cubicBezTo>
                      <a:pt x="1702784" y="1162241"/>
                      <a:pt x="1709928" y="1164336"/>
                      <a:pt x="1715739" y="1168051"/>
                    </a:cubicBezTo>
                    <a:cubicBezTo>
                      <a:pt x="1732026" y="1178338"/>
                      <a:pt x="1749457" y="1185291"/>
                      <a:pt x="1768602" y="1182529"/>
                    </a:cubicBezTo>
                    <a:cubicBezTo>
                      <a:pt x="1783937" y="1180338"/>
                      <a:pt x="1796796" y="1185958"/>
                      <a:pt x="1806321" y="1194721"/>
                    </a:cubicBezTo>
                    <a:cubicBezTo>
                      <a:pt x="1823657" y="1210628"/>
                      <a:pt x="1842230" y="1207008"/>
                      <a:pt x="1860709" y="1201865"/>
                    </a:cubicBezTo>
                    <a:cubicBezTo>
                      <a:pt x="1870234" y="1199198"/>
                      <a:pt x="1878044" y="1199579"/>
                      <a:pt x="1887093" y="1202150"/>
                    </a:cubicBezTo>
                    <a:cubicBezTo>
                      <a:pt x="1908048" y="1208151"/>
                      <a:pt x="1922050" y="1224439"/>
                      <a:pt x="1935575" y="1238726"/>
                    </a:cubicBezTo>
                    <a:cubicBezTo>
                      <a:pt x="1947101" y="1250918"/>
                      <a:pt x="1960055" y="1257776"/>
                      <a:pt x="1974247" y="1262920"/>
                    </a:cubicBezTo>
                    <a:cubicBezTo>
                      <a:pt x="1992154" y="1269492"/>
                      <a:pt x="2006346" y="1267016"/>
                      <a:pt x="2014919" y="1251204"/>
                    </a:cubicBezTo>
                    <a:cubicBezTo>
                      <a:pt x="2017300" y="1246727"/>
                      <a:pt x="2021491" y="1241488"/>
                      <a:pt x="2025968" y="1240155"/>
                    </a:cubicBezTo>
                    <a:cubicBezTo>
                      <a:pt x="2047589" y="1233488"/>
                      <a:pt x="2069497" y="1223772"/>
                      <a:pt x="2092643" y="1229678"/>
                    </a:cubicBezTo>
                    <a:cubicBezTo>
                      <a:pt x="2124647" y="1237774"/>
                      <a:pt x="2155889" y="1237298"/>
                      <a:pt x="2187893" y="1229297"/>
                    </a:cubicBezTo>
                    <a:cubicBezTo>
                      <a:pt x="2239804" y="1216343"/>
                      <a:pt x="2291715" y="1202627"/>
                      <a:pt x="2346294" y="1205484"/>
                    </a:cubicBezTo>
                    <a:cubicBezTo>
                      <a:pt x="2355342" y="1205960"/>
                      <a:pt x="2366105" y="1200150"/>
                      <a:pt x="2373916" y="1194435"/>
                    </a:cubicBezTo>
                    <a:cubicBezTo>
                      <a:pt x="2388870" y="1183577"/>
                      <a:pt x="2388203" y="1182719"/>
                      <a:pt x="2404967" y="1191673"/>
                    </a:cubicBezTo>
                    <a:cubicBezTo>
                      <a:pt x="2408968" y="1193864"/>
                      <a:pt x="2413921" y="1195197"/>
                      <a:pt x="2416874" y="1198436"/>
                    </a:cubicBezTo>
                    <a:cubicBezTo>
                      <a:pt x="2431923" y="1214914"/>
                      <a:pt x="2450497" y="1210913"/>
                      <a:pt x="2468975" y="1208532"/>
                    </a:cubicBezTo>
                    <a:cubicBezTo>
                      <a:pt x="2472214" y="1208056"/>
                      <a:pt x="2476119" y="1207389"/>
                      <a:pt x="2478882" y="1208723"/>
                    </a:cubicBezTo>
                    <a:cubicBezTo>
                      <a:pt x="2491359" y="1214723"/>
                      <a:pt x="2501932" y="1212628"/>
                      <a:pt x="2512791" y="1204436"/>
                    </a:cubicBezTo>
                    <a:cubicBezTo>
                      <a:pt x="2522220" y="1197388"/>
                      <a:pt x="2533079" y="1193197"/>
                      <a:pt x="2544223" y="1201960"/>
                    </a:cubicBezTo>
                    <a:cubicBezTo>
                      <a:pt x="2568988" y="1221391"/>
                      <a:pt x="2595467" y="1222343"/>
                      <a:pt x="2623471" y="1210056"/>
                    </a:cubicBezTo>
                    <a:cubicBezTo>
                      <a:pt x="2643473" y="1201293"/>
                      <a:pt x="2663190" y="1199293"/>
                      <a:pt x="2684241" y="1208151"/>
                    </a:cubicBezTo>
                    <a:cubicBezTo>
                      <a:pt x="2692337" y="1211580"/>
                      <a:pt x="2702814" y="1209294"/>
                      <a:pt x="2712244" y="1210056"/>
                    </a:cubicBezTo>
                    <a:cubicBezTo>
                      <a:pt x="2717578" y="1210437"/>
                      <a:pt x="2723484" y="1210532"/>
                      <a:pt x="2728055" y="1212914"/>
                    </a:cubicBezTo>
                    <a:cubicBezTo>
                      <a:pt x="2740248" y="1219010"/>
                      <a:pt x="2751582" y="1226820"/>
                      <a:pt x="2763869" y="1232821"/>
                    </a:cubicBezTo>
                    <a:cubicBezTo>
                      <a:pt x="2769775" y="1235678"/>
                      <a:pt x="2776823" y="1237202"/>
                      <a:pt x="2783491" y="1237298"/>
                    </a:cubicBezTo>
                    <a:cubicBezTo>
                      <a:pt x="2803208" y="1237774"/>
                      <a:pt x="2822925" y="1237774"/>
                      <a:pt x="2842546" y="1236917"/>
                    </a:cubicBezTo>
                    <a:cubicBezTo>
                      <a:pt x="2874931" y="1235583"/>
                      <a:pt x="2907792" y="1235297"/>
                      <a:pt x="2931128" y="1206913"/>
                    </a:cubicBezTo>
                    <a:cubicBezTo>
                      <a:pt x="2933034" y="1204627"/>
                      <a:pt x="2937129" y="1203293"/>
                      <a:pt x="2940368" y="1202912"/>
                    </a:cubicBezTo>
                    <a:cubicBezTo>
                      <a:pt x="2955322" y="1201103"/>
                      <a:pt x="2970657" y="1200912"/>
                      <a:pt x="2985421" y="1197959"/>
                    </a:cubicBezTo>
                    <a:cubicBezTo>
                      <a:pt x="2997232" y="1195578"/>
                      <a:pt x="3007043" y="1196340"/>
                      <a:pt x="3015996" y="1204722"/>
                    </a:cubicBezTo>
                    <a:cubicBezTo>
                      <a:pt x="3027712" y="1215771"/>
                      <a:pt x="3042000" y="1222248"/>
                      <a:pt x="3057621" y="1218724"/>
                    </a:cubicBezTo>
                    <a:cubicBezTo>
                      <a:pt x="3073241" y="1215295"/>
                      <a:pt x="3083528" y="1222724"/>
                      <a:pt x="3095054" y="1230440"/>
                    </a:cubicBezTo>
                    <a:cubicBezTo>
                      <a:pt x="3103436" y="1236059"/>
                      <a:pt x="3112961" y="1243108"/>
                      <a:pt x="3122295" y="1243679"/>
                    </a:cubicBezTo>
                    <a:cubicBezTo>
                      <a:pt x="3143441" y="1244917"/>
                      <a:pt x="3161634" y="1264539"/>
                      <a:pt x="3184589" y="1253395"/>
                    </a:cubicBezTo>
                    <a:cubicBezTo>
                      <a:pt x="3186113" y="1252633"/>
                      <a:pt x="3188875" y="1254538"/>
                      <a:pt x="3191066" y="1255014"/>
                    </a:cubicBezTo>
                    <a:cubicBezTo>
                      <a:pt x="3208592" y="1258634"/>
                      <a:pt x="3225070" y="1255109"/>
                      <a:pt x="3237929" y="1243203"/>
                    </a:cubicBezTo>
                    <a:cubicBezTo>
                      <a:pt x="3254788" y="1227677"/>
                      <a:pt x="3273457" y="1226153"/>
                      <a:pt x="3294221" y="1231202"/>
                    </a:cubicBezTo>
                    <a:cubicBezTo>
                      <a:pt x="3300889" y="1232821"/>
                      <a:pt x="3307557" y="1233964"/>
                      <a:pt x="3314319" y="1235297"/>
                    </a:cubicBezTo>
                    <a:cubicBezTo>
                      <a:pt x="3323463" y="1237202"/>
                      <a:pt x="3332703" y="1239203"/>
                      <a:pt x="3341846" y="1241108"/>
                    </a:cubicBezTo>
                    <a:cubicBezTo>
                      <a:pt x="3350705" y="1243013"/>
                      <a:pt x="3360516" y="1246251"/>
                      <a:pt x="3367373" y="1238060"/>
                    </a:cubicBezTo>
                    <a:cubicBezTo>
                      <a:pt x="3373279" y="1231011"/>
                      <a:pt x="3377470" y="1231678"/>
                      <a:pt x="3382899" y="1237774"/>
                    </a:cubicBezTo>
                    <a:cubicBezTo>
                      <a:pt x="3401759" y="1259110"/>
                      <a:pt x="3424619" y="1272445"/>
                      <a:pt x="3453765" y="1273397"/>
                    </a:cubicBezTo>
                    <a:cubicBezTo>
                      <a:pt x="3459766" y="1273588"/>
                      <a:pt x="3465862" y="1274921"/>
                      <a:pt x="3471767" y="1276350"/>
                    </a:cubicBezTo>
                    <a:cubicBezTo>
                      <a:pt x="3475387" y="1277207"/>
                      <a:pt x="3479769" y="1278160"/>
                      <a:pt x="3481959" y="1280732"/>
                    </a:cubicBezTo>
                    <a:cubicBezTo>
                      <a:pt x="3499009" y="1300353"/>
                      <a:pt x="3520250" y="1313974"/>
                      <a:pt x="3543396" y="1324928"/>
                    </a:cubicBezTo>
                    <a:cubicBezTo>
                      <a:pt x="3551682" y="1328833"/>
                      <a:pt x="3560541" y="1332738"/>
                      <a:pt x="3569494" y="1333881"/>
                    </a:cubicBezTo>
                    <a:cubicBezTo>
                      <a:pt x="3578828" y="1335024"/>
                      <a:pt x="3588639" y="1333119"/>
                      <a:pt x="3598164" y="1332071"/>
                    </a:cubicBezTo>
                    <a:cubicBezTo>
                      <a:pt x="3603784" y="1331500"/>
                      <a:pt x="3610261" y="1331595"/>
                      <a:pt x="3614738" y="1328833"/>
                    </a:cubicBezTo>
                    <a:cubicBezTo>
                      <a:pt x="3628930" y="1320165"/>
                      <a:pt x="3642646" y="1310831"/>
                      <a:pt x="3655886" y="1300734"/>
                    </a:cubicBezTo>
                    <a:cubicBezTo>
                      <a:pt x="3667221" y="1292066"/>
                      <a:pt x="3669507" y="1290828"/>
                      <a:pt x="3679317" y="1301687"/>
                    </a:cubicBezTo>
                    <a:cubicBezTo>
                      <a:pt x="3689414" y="1312831"/>
                      <a:pt x="3701987" y="1318641"/>
                      <a:pt x="3715893" y="1321022"/>
                    </a:cubicBezTo>
                    <a:cubicBezTo>
                      <a:pt x="3737896" y="1324737"/>
                      <a:pt x="3760089" y="1327880"/>
                      <a:pt x="3782282" y="1329690"/>
                    </a:cubicBezTo>
                    <a:cubicBezTo>
                      <a:pt x="3802380" y="1331309"/>
                      <a:pt x="3812000" y="1322546"/>
                      <a:pt x="3816001" y="1302639"/>
                    </a:cubicBezTo>
                    <a:cubicBezTo>
                      <a:pt x="3818287" y="1291590"/>
                      <a:pt x="3821240" y="1279588"/>
                      <a:pt x="3833431" y="1276636"/>
                    </a:cubicBezTo>
                    <a:cubicBezTo>
                      <a:pt x="3853339" y="1271873"/>
                      <a:pt x="3874008" y="1269778"/>
                      <a:pt x="3883819" y="1246442"/>
                    </a:cubicBezTo>
                    <a:cubicBezTo>
                      <a:pt x="3889248" y="1251585"/>
                      <a:pt x="3892582" y="1254633"/>
                      <a:pt x="3895821" y="1257681"/>
                    </a:cubicBezTo>
                    <a:cubicBezTo>
                      <a:pt x="3904774" y="1266158"/>
                      <a:pt x="3923347" y="1269778"/>
                      <a:pt x="3932778" y="1262444"/>
                    </a:cubicBezTo>
                    <a:cubicBezTo>
                      <a:pt x="3946684" y="1251776"/>
                      <a:pt x="3959448" y="1253776"/>
                      <a:pt x="3972782" y="1262063"/>
                    </a:cubicBezTo>
                    <a:cubicBezTo>
                      <a:pt x="3995071" y="1275779"/>
                      <a:pt x="4019931" y="1272635"/>
                      <a:pt x="4042505" y="1267111"/>
                    </a:cubicBezTo>
                    <a:cubicBezTo>
                      <a:pt x="4059555" y="1263015"/>
                      <a:pt x="4077748" y="1255490"/>
                      <a:pt x="4088892" y="1238250"/>
                    </a:cubicBezTo>
                    <a:cubicBezTo>
                      <a:pt x="4092416" y="1232726"/>
                      <a:pt x="4100322" y="1229963"/>
                      <a:pt x="4106609" y="1226344"/>
                    </a:cubicBezTo>
                    <a:cubicBezTo>
                      <a:pt x="4111848" y="1223391"/>
                      <a:pt x="4117372" y="1220629"/>
                      <a:pt x="4123182" y="1218724"/>
                    </a:cubicBezTo>
                    <a:cubicBezTo>
                      <a:pt x="4129373" y="1216628"/>
                      <a:pt x="4136232" y="1213580"/>
                      <a:pt x="4142328" y="1214438"/>
                    </a:cubicBezTo>
                    <a:cubicBezTo>
                      <a:pt x="4160806" y="1216914"/>
                      <a:pt x="4175475" y="1212056"/>
                      <a:pt x="4188524" y="1198245"/>
                    </a:cubicBezTo>
                    <a:cubicBezTo>
                      <a:pt x="4195287" y="1191101"/>
                      <a:pt x="4205288" y="1182434"/>
                      <a:pt x="4213860" y="1182338"/>
                    </a:cubicBezTo>
                    <a:cubicBezTo>
                      <a:pt x="4234720" y="1182053"/>
                      <a:pt x="4252055" y="1175195"/>
                      <a:pt x="4270820" y="1167003"/>
                    </a:cubicBezTo>
                    <a:cubicBezTo>
                      <a:pt x="4282916" y="1161764"/>
                      <a:pt x="4296632" y="1158145"/>
                      <a:pt x="4309587" y="1153287"/>
                    </a:cubicBezTo>
                    <a:cubicBezTo>
                      <a:pt x="4324731" y="1147572"/>
                      <a:pt x="4341210" y="1145477"/>
                      <a:pt x="4350449" y="1129665"/>
                    </a:cubicBezTo>
                    <a:cubicBezTo>
                      <a:pt x="4351496" y="1127951"/>
                      <a:pt x="4354640" y="1127665"/>
                      <a:pt x="4356164" y="1126046"/>
                    </a:cubicBezTo>
                    <a:cubicBezTo>
                      <a:pt x="4361021" y="1121093"/>
                      <a:pt x="4367308" y="1116521"/>
                      <a:pt x="4369880" y="1110520"/>
                    </a:cubicBezTo>
                    <a:cubicBezTo>
                      <a:pt x="4377309" y="1092994"/>
                      <a:pt x="4383119" y="1074896"/>
                      <a:pt x="4389787" y="1057085"/>
                    </a:cubicBezTo>
                    <a:cubicBezTo>
                      <a:pt x="4391216" y="1053275"/>
                      <a:pt x="4392549" y="1048417"/>
                      <a:pt x="4395502" y="1046226"/>
                    </a:cubicBezTo>
                    <a:cubicBezTo>
                      <a:pt x="4412552" y="1033653"/>
                      <a:pt x="4429888" y="1021556"/>
                      <a:pt x="4447413" y="1009650"/>
                    </a:cubicBezTo>
                    <a:cubicBezTo>
                      <a:pt x="4454462" y="1004887"/>
                      <a:pt x="4460367" y="1007555"/>
                      <a:pt x="4466654" y="1013079"/>
                    </a:cubicBezTo>
                    <a:cubicBezTo>
                      <a:pt x="4472750" y="1018318"/>
                      <a:pt x="4480275" y="1023747"/>
                      <a:pt x="4487894" y="1025081"/>
                    </a:cubicBezTo>
                    <a:cubicBezTo>
                      <a:pt x="4503135" y="1027652"/>
                      <a:pt x="4518946" y="1028224"/>
                      <a:pt x="4534472" y="1028224"/>
                    </a:cubicBezTo>
                    <a:cubicBezTo>
                      <a:pt x="4540282" y="1028224"/>
                      <a:pt x="4546473" y="1024795"/>
                      <a:pt x="4551903" y="1022033"/>
                    </a:cubicBezTo>
                    <a:cubicBezTo>
                      <a:pt x="4562189" y="1016794"/>
                      <a:pt x="4571714" y="1009745"/>
                      <a:pt x="4582382" y="1005364"/>
                    </a:cubicBezTo>
                    <a:cubicBezTo>
                      <a:pt x="4594765" y="1000316"/>
                      <a:pt x="4602194" y="992219"/>
                      <a:pt x="4605909" y="979551"/>
                    </a:cubicBezTo>
                    <a:cubicBezTo>
                      <a:pt x="4611434" y="960692"/>
                      <a:pt x="4624579" y="947547"/>
                      <a:pt x="4640104" y="936879"/>
                    </a:cubicBezTo>
                    <a:cubicBezTo>
                      <a:pt x="4659821" y="923258"/>
                      <a:pt x="4683348" y="923925"/>
                      <a:pt x="4705731" y="920591"/>
                    </a:cubicBezTo>
                    <a:cubicBezTo>
                      <a:pt x="4714304" y="919353"/>
                      <a:pt x="4723162" y="918305"/>
                      <a:pt x="4730973" y="915162"/>
                    </a:cubicBezTo>
                    <a:cubicBezTo>
                      <a:pt x="4760595" y="903351"/>
                      <a:pt x="4790218" y="892112"/>
                      <a:pt x="4822794" y="892397"/>
                    </a:cubicBezTo>
                    <a:cubicBezTo>
                      <a:pt x="4825460" y="892397"/>
                      <a:pt x="4828128" y="892112"/>
                      <a:pt x="4830794" y="891635"/>
                    </a:cubicBezTo>
                    <a:cubicBezTo>
                      <a:pt x="4853940" y="887730"/>
                      <a:pt x="4877848" y="886206"/>
                      <a:pt x="4894421" y="865442"/>
                    </a:cubicBezTo>
                    <a:cubicBezTo>
                      <a:pt x="4897469" y="861632"/>
                      <a:pt x="4904422" y="860489"/>
                      <a:pt x="4909756" y="858964"/>
                    </a:cubicBezTo>
                    <a:cubicBezTo>
                      <a:pt x="4918996" y="856488"/>
                      <a:pt x="4925188" y="851440"/>
                      <a:pt x="4928521" y="842391"/>
                    </a:cubicBezTo>
                    <a:cubicBezTo>
                      <a:pt x="4934141" y="826770"/>
                      <a:pt x="4940808" y="811435"/>
                      <a:pt x="4945857" y="795623"/>
                    </a:cubicBezTo>
                    <a:cubicBezTo>
                      <a:pt x="4949381" y="784765"/>
                      <a:pt x="4955953" y="778764"/>
                      <a:pt x="4966145" y="774287"/>
                    </a:cubicBezTo>
                    <a:cubicBezTo>
                      <a:pt x="4971860" y="771811"/>
                      <a:pt x="4976813" y="766382"/>
                      <a:pt x="4980909" y="761333"/>
                    </a:cubicBezTo>
                    <a:cubicBezTo>
                      <a:pt x="4985862" y="755237"/>
                      <a:pt x="4988433" y="747141"/>
                      <a:pt x="4993862" y="741712"/>
                    </a:cubicBezTo>
                    <a:cubicBezTo>
                      <a:pt x="5007102" y="728186"/>
                      <a:pt x="5011198" y="713232"/>
                      <a:pt x="5006816" y="694754"/>
                    </a:cubicBezTo>
                    <a:cubicBezTo>
                      <a:pt x="5002911" y="678371"/>
                      <a:pt x="5013198" y="656463"/>
                      <a:pt x="5026724" y="653129"/>
                    </a:cubicBezTo>
                    <a:cubicBezTo>
                      <a:pt x="5041678" y="649414"/>
                      <a:pt x="5051965" y="640271"/>
                      <a:pt x="5062538" y="630079"/>
                    </a:cubicBezTo>
                    <a:cubicBezTo>
                      <a:pt x="5068443" y="624364"/>
                      <a:pt x="5076730" y="619411"/>
                      <a:pt x="5084731" y="617982"/>
                    </a:cubicBezTo>
                    <a:cubicBezTo>
                      <a:pt x="5115116" y="612458"/>
                      <a:pt x="5143786" y="619220"/>
                      <a:pt x="5172647" y="630174"/>
                    </a:cubicBezTo>
                    <a:cubicBezTo>
                      <a:pt x="5191506" y="637318"/>
                      <a:pt x="5212461" y="639223"/>
                      <a:pt x="5232654" y="642080"/>
                    </a:cubicBezTo>
                    <a:cubicBezTo>
                      <a:pt x="5238941" y="642937"/>
                      <a:pt x="5246942" y="641033"/>
                      <a:pt x="5252371" y="637508"/>
                    </a:cubicBezTo>
                    <a:cubicBezTo>
                      <a:pt x="5271421" y="625316"/>
                      <a:pt x="5290376" y="612743"/>
                      <a:pt x="5308092" y="598646"/>
                    </a:cubicBezTo>
                    <a:cubicBezTo>
                      <a:pt x="5324571" y="585407"/>
                      <a:pt x="5343144" y="579882"/>
                      <a:pt x="5363147" y="581311"/>
                    </a:cubicBezTo>
                    <a:cubicBezTo>
                      <a:pt x="5377720" y="582359"/>
                      <a:pt x="5390864" y="579977"/>
                      <a:pt x="5404580" y="576358"/>
                    </a:cubicBezTo>
                    <a:cubicBezTo>
                      <a:pt x="5416010" y="573310"/>
                      <a:pt x="5428583" y="571214"/>
                      <a:pt x="5440203" y="572548"/>
                    </a:cubicBezTo>
                    <a:cubicBezTo>
                      <a:pt x="5456491" y="574453"/>
                      <a:pt x="5469922" y="571691"/>
                      <a:pt x="5482971" y="561880"/>
                    </a:cubicBezTo>
                    <a:cubicBezTo>
                      <a:pt x="5489924" y="556641"/>
                      <a:pt x="5498878" y="553879"/>
                      <a:pt x="5507165" y="550259"/>
                    </a:cubicBezTo>
                    <a:cubicBezTo>
                      <a:pt x="5519928" y="544640"/>
                      <a:pt x="5533168" y="539877"/>
                      <a:pt x="5545645" y="533591"/>
                    </a:cubicBezTo>
                    <a:cubicBezTo>
                      <a:pt x="5559076" y="526923"/>
                      <a:pt x="5571363" y="517684"/>
                      <a:pt x="5585079" y="511969"/>
                    </a:cubicBezTo>
                    <a:cubicBezTo>
                      <a:pt x="5599843" y="505778"/>
                      <a:pt x="5609368" y="496348"/>
                      <a:pt x="5615368" y="481679"/>
                    </a:cubicBezTo>
                    <a:cubicBezTo>
                      <a:pt x="5619179" y="472440"/>
                      <a:pt x="5624417" y="462629"/>
                      <a:pt x="5631656" y="456152"/>
                    </a:cubicBezTo>
                    <a:cubicBezTo>
                      <a:pt x="5646611" y="442913"/>
                      <a:pt x="5664136" y="432625"/>
                      <a:pt x="5679377" y="419576"/>
                    </a:cubicBezTo>
                    <a:cubicBezTo>
                      <a:pt x="5700808" y="401288"/>
                      <a:pt x="5720620" y="381857"/>
                      <a:pt x="5722525" y="350615"/>
                    </a:cubicBezTo>
                    <a:cubicBezTo>
                      <a:pt x="5723572" y="333375"/>
                      <a:pt x="5732716" y="326041"/>
                      <a:pt x="5749576" y="321945"/>
                    </a:cubicBezTo>
                    <a:cubicBezTo>
                      <a:pt x="5755195" y="320612"/>
                      <a:pt x="5763197" y="318040"/>
                      <a:pt x="5764911" y="313849"/>
                    </a:cubicBezTo>
                    <a:cubicBezTo>
                      <a:pt x="5770054" y="301371"/>
                      <a:pt x="5780722" y="298895"/>
                      <a:pt x="5791009" y="293942"/>
                    </a:cubicBezTo>
                    <a:cubicBezTo>
                      <a:pt x="5797201" y="290989"/>
                      <a:pt x="5804821" y="285179"/>
                      <a:pt x="5806440" y="279178"/>
                    </a:cubicBezTo>
                    <a:cubicBezTo>
                      <a:pt x="5813107" y="254889"/>
                      <a:pt x="5831395" y="240602"/>
                      <a:pt x="5848636" y="224885"/>
                    </a:cubicBezTo>
                    <a:cubicBezTo>
                      <a:pt x="5853684" y="220218"/>
                      <a:pt x="5859113" y="214884"/>
                      <a:pt x="5861590" y="208788"/>
                    </a:cubicBezTo>
                    <a:cubicBezTo>
                      <a:pt x="5866829" y="195643"/>
                      <a:pt x="5874639" y="186118"/>
                      <a:pt x="5888355" y="181166"/>
                    </a:cubicBezTo>
                    <a:cubicBezTo>
                      <a:pt x="5892736" y="179642"/>
                      <a:pt x="5896737" y="176117"/>
                      <a:pt x="5900071" y="172784"/>
                    </a:cubicBezTo>
                    <a:cubicBezTo>
                      <a:pt x="5907215" y="165545"/>
                      <a:pt x="5913215" y="157067"/>
                      <a:pt x="5920740" y="150305"/>
                    </a:cubicBezTo>
                    <a:cubicBezTo>
                      <a:pt x="5939885" y="132874"/>
                      <a:pt x="5958840" y="115729"/>
                      <a:pt x="5969985" y="91345"/>
                    </a:cubicBezTo>
                    <a:cubicBezTo>
                      <a:pt x="5975413" y="79439"/>
                      <a:pt x="5981605" y="66485"/>
                      <a:pt x="5991130" y="58293"/>
                    </a:cubicBezTo>
                    <a:cubicBezTo>
                      <a:pt x="6003227" y="47911"/>
                      <a:pt x="6019133" y="42005"/>
                      <a:pt x="6033325" y="33909"/>
                    </a:cubicBezTo>
                    <a:cubicBezTo>
                      <a:pt x="6040469" y="29813"/>
                      <a:pt x="6047137" y="24860"/>
                      <a:pt x="6054376" y="20955"/>
                    </a:cubicBezTo>
                    <a:cubicBezTo>
                      <a:pt x="6067234" y="14097"/>
                      <a:pt x="6080379" y="7715"/>
                      <a:pt x="6095524" y="0"/>
                    </a:cubicBezTo>
                    <a:close/>
                  </a:path>
                </a:pathLst>
              </a:custGeom>
              <a:blipFill>
                <a:blip r:embed="rId2">
                  <a:alphaModFix amt="57000"/>
                </a:blip>
                <a:tile tx="0" ty="0" sx="100000" sy="100000" flip="none" algn="tl"/>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sp>
        <p:nvSpPr>
          <p:cNvPr id="2" name="Title 1">
            <a:extLst>
              <a:ext uri="{FF2B5EF4-FFF2-40B4-BE49-F238E27FC236}">
                <a16:creationId xmlns:a16="http://schemas.microsoft.com/office/drawing/2014/main" id="{8BC58706-1317-5C4F-A7B9-5F9799826F0B}"/>
              </a:ext>
            </a:extLst>
          </p:cNvPr>
          <p:cNvSpPr>
            <a:spLocks noGrp="1"/>
          </p:cNvSpPr>
          <p:nvPr>
            <p:ph type="ctrTitle"/>
          </p:nvPr>
        </p:nvSpPr>
        <p:spPr>
          <a:xfrm>
            <a:off x="838199" y="1120676"/>
            <a:ext cx="7021513" cy="2308324"/>
          </a:xfrm>
        </p:spPr>
        <p:txBody>
          <a:bodyPr>
            <a:normAutofit/>
          </a:bodyPr>
          <a:lstStyle/>
          <a:p>
            <a:pPr algn="l"/>
            <a:r>
              <a:rPr lang="en-AU" sz="7200">
                <a:solidFill>
                  <a:schemeClr val="bg1"/>
                </a:solidFill>
              </a:rPr>
              <a:t>GOLDEN RULES!</a:t>
            </a:r>
          </a:p>
        </p:txBody>
      </p:sp>
      <p:sp>
        <p:nvSpPr>
          <p:cNvPr id="3" name="Subtitle 2">
            <a:extLst>
              <a:ext uri="{FF2B5EF4-FFF2-40B4-BE49-F238E27FC236}">
                <a16:creationId xmlns:a16="http://schemas.microsoft.com/office/drawing/2014/main" id="{0BE6AF2E-33FB-11E7-3D70-A7C69FDA670E}"/>
              </a:ext>
            </a:extLst>
          </p:cNvPr>
          <p:cNvSpPr>
            <a:spLocks noGrp="1"/>
          </p:cNvSpPr>
          <p:nvPr>
            <p:ph type="subTitle" idx="1"/>
          </p:nvPr>
        </p:nvSpPr>
        <p:spPr>
          <a:xfrm>
            <a:off x="835024" y="3809999"/>
            <a:ext cx="7025753" cy="1012778"/>
          </a:xfrm>
        </p:spPr>
        <p:txBody>
          <a:bodyPr>
            <a:normAutofit fontScale="85000" lnSpcReduction="10000"/>
          </a:bodyPr>
          <a:lstStyle/>
          <a:p>
            <a:pPr algn="l"/>
            <a:r>
              <a:rPr lang="en-AU" sz="2200" dirty="0">
                <a:solidFill>
                  <a:schemeClr val="bg1"/>
                </a:solidFill>
              </a:rPr>
              <a:t>These slides were designed for information not presentation, so some are a bit word heavy to avoid a poorly formatted word doc</a:t>
            </a:r>
          </a:p>
          <a:p>
            <a:pPr algn="l"/>
            <a:r>
              <a:rPr lang="en-AU" sz="2200" dirty="0">
                <a:solidFill>
                  <a:schemeClr val="bg1"/>
                </a:solidFill>
              </a:rPr>
              <a:t>This is largely a first draft!</a:t>
            </a:r>
          </a:p>
        </p:txBody>
      </p:sp>
    </p:spTree>
    <p:extLst>
      <p:ext uri="{BB962C8B-B14F-4D97-AF65-F5344CB8AC3E}">
        <p14:creationId xmlns:p14="http://schemas.microsoft.com/office/powerpoint/2010/main" val="4263825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3BEDF69-4210-E07C-B2E2-AE80B7523E0D}"/>
              </a:ext>
            </a:extLst>
          </p:cNvPr>
          <p:cNvSpPr>
            <a:spLocks noGrp="1"/>
          </p:cNvSpPr>
          <p:nvPr>
            <p:ph type="title"/>
          </p:nvPr>
        </p:nvSpPr>
        <p:spPr>
          <a:xfrm>
            <a:off x="838200" y="365125"/>
            <a:ext cx="10515600" cy="1325563"/>
          </a:xfrm>
        </p:spPr>
        <p:txBody>
          <a:bodyPr>
            <a:normAutofit/>
          </a:bodyPr>
          <a:lstStyle/>
          <a:p>
            <a:r>
              <a:rPr lang="en-AU" sz="3400"/>
              <a:t>To start us off I want to quote the ex-Mental Health Commissioner of NSW when he gave me some training. </a:t>
            </a:r>
          </a:p>
        </p:txBody>
      </p:sp>
      <p:sp>
        <p:nvSpPr>
          <p:cNvPr id="32"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70545A38-A463-C619-301F-101362AAF566}"/>
              </a:ext>
            </a:extLst>
          </p:cNvPr>
          <p:cNvSpPr>
            <a:spLocks noGrp="1"/>
          </p:cNvSpPr>
          <p:nvPr>
            <p:ph idx="1"/>
          </p:nvPr>
        </p:nvSpPr>
        <p:spPr>
          <a:xfrm>
            <a:off x="838200" y="1929384"/>
            <a:ext cx="10515600" cy="4251960"/>
          </a:xfrm>
        </p:spPr>
        <p:txBody>
          <a:bodyPr>
            <a:normAutofit/>
          </a:bodyPr>
          <a:lstStyle/>
          <a:p>
            <a:pPr marL="0" indent="0">
              <a:buNone/>
            </a:pPr>
            <a:endParaRPr lang="en-AU" sz="2200" dirty="0"/>
          </a:p>
          <a:p>
            <a:pPr marL="0" indent="0">
              <a:buNone/>
            </a:pPr>
            <a:endParaRPr lang="en-AU" sz="2200" dirty="0"/>
          </a:p>
          <a:p>
            <a:pPr marL="0" indent="0">
              <a:buNone/>
            </a:pPr>
            <a:r>
              <a:rPr lang="en-AU" sz="2200" dirty="0"/>
              <a:t>“The best way to view mental health is that everyone at any given time is always trying their best to be their best selves”. </a:t>
            </a:r>
          </a:p>
          <a:p>
            <a:pPr marL="0" indent="0">
              <a:buNone/>
            </a:pPr>
            <a:endParaRPr lang="en-AU" sz="2200" dirty="0"/>
          </a:p>
          <a:p>
            <a:pPr marL="0" indent="0">
              <a:buNone/>
            </a:pPr>
            <a:endParaRPr lang="en-AU" sz="2200" dirty="0"/>
          </a:p>
          <a:p>
            <a:pPr marL="0" indent="0">
              <a:buNone/>
            </a:pPr>
            <a:r>
              <a:rPr lang="en-AU" sz="2200" dirty="0"/>
              <a:t>He also provided me with the number 1 golden rule (the horse and cart), which Cyndi displayed well in the patient interaction video during the workshop</a:t>
            </a:r>
          </a:p>
        </p:txBody>
      </p:sp>
    </p:spTree>
    <p:extLst>
      <p:ext uri="{BB962C8B-B14F-4D97-AF65-F5344CB8AC3E}">
        <p14:creationId xmlns:p14="http://schemas.microsoft.com/office/powerpoint/2010/main" val="7432101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8" name="Picture 27">
            <a:extLst>
              <a:ext uri="{FF2B5EF4-FFF2-40B4-BE49-F238E27FC236}">
                <a16:creationId xmlns:a16="http://schemas.microsoft.com/office/drawing/2014/main" id="{67074552-2B9F-3126-60DF-C078E99A69DC}"/>
              </a:ext>
            </a:extLst>
          </p:cNvPr>
          <p:cNvPicPr>
            <a:picLocks noChangeAspect="1"/>
          </p:cNvPicPr>
          <p:nvPr/>
        </p:nvPicPr>
        <p:blipFill>
          <a:blip r:embed="rId2">
            <a:duotone>
              <a:schemeClr val="bg2">
                <a:shade val="45000"/>
                <a:satMod val="135000"/>
              </a:schemeClr>
              <a:prstClr val="white"/>
            </a:duotone>
          </a:blip>
          <a:srcRect/>
          <a:stretch>
            <a:fillRect/>
          </a:stretch>
        </p:blipFill>
        <p:spPr>
          <a:xfrm>
            <a:off x="20" y="10"/>
            <a:ext cx="12191980" cy="6857990"/>
          </a:xfrm>
          <a:prstGeom prst="rect">
            <a:avLst/>
          </a:prstGeom>
        </p:spPr>
      </p:pic>
      <p:sp>
        <p:nvSpPr>
          <p:cNvPr id="32" name="Rectangle 31">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1DF7CE2-103F-D033-FFE9-26ADEA1DECB4}"/>
              </a:ext>
            </a:extLst>
          </p:cNvPr>
          <p:cNvSpPr>
            <a:spLocks noGrp="1"/>
          </p:cNvSpPr>
          <p:nvPr>
            <p:ph type="title"/>
          </p:nvPr>
        </p:nvSpPr>
        <p:spPr>
          <a:xfrm>
            <a:off x="838200" y="365125"/>
            <a:ext cx="10515600" cy="1325563"/>
          </a:xfrm>
        </p:spPr>
        <p:txBody>
          <a:bodyPr>
            <a:normAutofit/>
          </a:bodyPr>
          <a:lstStyle/>
          <a:p>
            <a:pPr algn="ctr"/>
            <a:r>
              <a:rPr lang="en-AU" dirty="0"/>
              <a:t>GOLDEN RULES!</a:t>
            </a:r>
          </a:p>
        </p:txBody>
      </p:sp>
      <p:graphicFrame>
        <p:nvGraphicFramePr>
          <p:cNvPr id="20" name="Content Placeholder 2">
            <a:extLst>
              <a:ext uri="{FF2B5EF4-FFF2-40B4-BE49-F238E27FC236}">
                <a16:creationId xmlns:a16="http://schemas.microsoft.com/office/drawing/2014/main" id="{23B6754E-B68C-EF56-9C56-6C1EF9D00EED}"/>
              </a:ext>
            </a:extLst>
          </p:cNvPr>
          <p:cNvGraphicFramePr>
            <a:graphicFrameLocks noGrp="1"/>
          </p:cNvGraphicFramePr>
          <p:nvPr>
            <p:ph idx="1"/>
            <p:extLst>
              <p:ext uri="{D42A27DB-BD31-4B8C-83A1-F6EECF244321}">
                <p14:modId xmlns:p14="http://schemas.microsoft.com/office/powerpoint/2010/main" val="2476584317"/>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303980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DEBF856-6A71-DDBC-CA64-1C8535FEB904}"/>
              </a:ext>
            </a:extLst>
          </p:cNvPr>
          <p:cNvSpPr>
            <a:spLocks noGrp="1"/>
          </p:cNvSpPr>
          <p:nvPr>
            <p:ph type="title"/>
          </p:nvPr>
        </p:nvSpPr>
        <p:spPr>
          <a:xfrm>
            <a:off x="838200" y="365125"/>
            <a:ext cx="10515600" cy="1325563"/>
          </a:xfrm>
        </p:spPr>
        <p:txBody>
          <a:bodyPr>
            <a:normAutofit/>
          </a:bodyPr>
          <a:lstStyle/>
          <a:p>
            <a:r>
              <a:rPr lang="en-AU" sz="5400"/>
              <a:t>THE HORSE AND CART MODEL!</a:t>
            </a:r>
          </a:p>
        </p:txBody>
      </p:sp>
      <p:sp>
        <p:nvSpPr>
          <p:cNvPr id="32"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0E4FE12E-84D2-8AB3-8C2D-7496EBF9835A}"/>
              </a:ext>
            </a:extLst>
          </p:cNvPr>
          <p:cNvSpPr>
            <a:spLocks noGrp="1"/>
          </p:cNvSpPr>
          <p:nvPr>
            <p:ph idx="1"/>
          </p:nvPr>
        </p:nvSpPr>
        <p:spPr>
          <a:xfrm>
            <a:off x="838200" y="1929384"/>
            <a:ext cx="10515600" cy="4251960"/>
          </a:xfrm>
        </p:spPr>
        <p:txBody>
          <a:bodyPr>
            <a:normAutofit/>
          </a:bodyPr>
          <a:lstStyle/>
          <a:p>
            <a:r>
              <a:rPr lang="en-AU" sz="1500"/>
              <a:t>The horse and cart model I use for communication with </a:t>
            </a:r>
            <a:r>
              <a:rPr lang="en-AU" sz="1500" i="1"/>
              <a:t>those experiencing high amounts of distress</a:t>
            </a:r>
            <a:r>
              <a:rPr lang="en-AU" sz="1500"/>
              <a:t> (this is the trauma informed label of mental health)</a:t>
            </a:r>
          </a:p>
          <a:p>
            <a:pPr lvl="1"/>
            <a:r>
              <a:rPr lang="en-AU" sz="1500"/>
              <a:t>Imagine your student is a horse</a:t>
            </a:r>
          </a:p>
          <a:p>
            <a:pPr lvl="1"/>
            <a:r>
              <a:rPr lang="en-AU" sz="1500"/>
              <a:t>You are also a horse, but you have a cart </a:t>
            </a:r>
          </a:p>
          <a:p>
            <a:pPr lvl="1"/>
            <a:r>
              <a:rPr lang="en-AU" sz="1500"/>
              <a:t>The cart holds all your interventions and tricks!</a:t>
            </a:r>
          </a:p>
          <a:p>
            <a:pPr lvl="1"/>
            <a:r>
              <a:rPr lang="en-AU" sz="1500"/>
              <a:t>You notice your student is distressed and want to help </a:t>
            </a:r>
          </a:p>
          <a:p>
            <a:pPr lvl="1"/>
            <a:r>
              <a:rPr lang="en-AU" sz="1500"/>
              <a:t>You mention an intervention and are met with resistance (recall during the video with Cyndi she spoke of something relating to the patient’s holiday or something and he instantly withdrew) </a:t>
            </a:r>
          </a:p>
          <a:p>
            <a:pPr lvl="1"/>
            <a:r>
              <a:rPr lang="en-AU" sz="1500"/>
              <a:t>She then immediately forgets about the cart and refocussed on just being two horses (focus on the relationship) until his withdrawal and disengagement faded </a:t>
            </a:r>
          </a:p>
          <a:p>
            <a:pPr lvl="1"/>
            <a:r>
              <a:rPr lang="en-AU" sz="1500"/>
              <a:t>Eventually continuing with her video, you saw her rebuild rapport until she got the patient to the point of accepting her interventions. </a:t>
            </a:r>
          </a:p>
          <a:p>
            <a:pPr lvl="0"/>
            <a:r>
              <a:rPr lang="en-AU" sz="1500"/>
              <a:t>The whole point of this model is to tease and test interventions but immediately withdraw when met with resistance to refocus on the relationship. </a:t>
            </a:r>
          </a:p>
          <a:p>
            <a:pPr lvl="0"/>
            <a:r>
              <a:rPr lang="en-AU" sz="1500" b="1"/>
              <a:t>SAFETY &gt; RELATIONSHIP &gt; INTERVENTIONS</a:t>
            </a:r>
            <a:endParaRPr lang="en-AU" sz="1500"/>
          </a:p>
          <a:p>
            <a:endParaRPr lang="en-AU" sz="1500"/>
          </a:p>
        </p:txBody>
      </p:sp>
    </p:spTree>
    <p:extLst>
      <p:ext uri="{BB962C8B-B14F-4D97-AF65-F5344CB8AC3E}">
        <p14:creationId xmlns:p14="http://schemas.microsoft.com/office/powerpoint/2010/main" val="25570614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3" name="Rectangle 32">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B85FA1F-EEB1-C006-DE66-8240BF14F88F}"/>
              </a:ext>
            </a:extLst>
          </p:cNvPr>
          <p:cNvSpPr>
            <a:spLocks noGrp="1"/>
          </p:cNvSpPr>
          <p:nvPr>
            <p:ph type="title"/>
          </p:nvPr>
        </p:nvSpPr>
        <p:spPr>
          <a:xfrm>
            <a:off x="838200" y="365125"/>
            <a:ext cx="10515600" cy="1325563"/>
          </a:xfrm>
        </p:spPr>
        <p:txBody>
          <a:bodyPr>
            <a:normAutofit/>
          </a:bodyPr>
          <a:lstStyle/>
          <a:p>
            <a:r>
              <a:rPr lang="en-AU" sz="5400"/>
              <a:t>HORSE AND CART CONT.</a:t>
            </a:r>
          </a:p>
        </p:txBody>
      </p:sp>
      <p:sp>
        <p:nvSpPr>
          <p:cNvPr id="35"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Content Placeholder 2">
            <a:extLst>
              <a:ext uri="{FF2B5EF4-FFF2-40B4-BE49-F238E27FC236}">
                <a16:creationId xmlns:a16="http://schemas.microsoft.com/office/drawing/2014/main" id="{57A6A06A-214D-6FE9-38AA-ED3F90F6E232}"/>
              </a:ext>
            </a:extLst>
          </p:cNvPr>
          <p:cNvSpPr>
            <a:spLocks noGrp="1"/>
          </p:cNvSpPr>
          <p:nvPr>
            <p:ph idx="1"/>
          </p:nvPr>
        </p:nvSpPr>
        <p:spPr>
          <a:xfrm>
            <a:off x="838200" y="1929384"/>
            <a:ext cx="10515600" cy="4251960"/>
          </a:xfrm>
        </p:spPr>
        <p:txBody>
          <a:bodyPr>
            <a:normAutofit/>
          </a:bodyPr>
          <a:lstStyle/>
          <a:p>
            <a:r>
              <a:rPr lang="en-AU" sz="2200"/>
              <a:t>What does an intervention look like?</a:t>
            </a:r>
          </a:p>
          <a:p>
            <a:pPr lvl="1"/>
            <a:r>
              <a:rPr lang="en-AU" sz="2200"/>
              <a:t>Could be simple redirection</a:t>
            </a:r>
          </a:p>
          <a:p>
            <a:pPr lvl="1"/>
            <a:r>
              <a:rPr lang="en-AU" sz="2200"/>
              <a:t>Taking deep breaths </a:t>
            </a:r>
          </a:p>
          <a:p>
            <a:pPr lvl="1"/>
            <a:r>
              <a:rPr lang="en-AU" sz="2200"/>
              <a:t>Suggesting escalated care </a:t>
            </a:r>
          </a:p>
          <a:p>
            <a:pPr lvl="1"/>
            <a:r>
              <a:rPr lang="en-AU" sz="2200"/>
              <a:t>Suggesting a walk </a:t>
            </a:r>
          </a:p>
          <a:p>
            <a:pPr lvl="1"/>
            <a:r>
              <a:rPr lang="en-AU" sz="2200"/>
              <a:t>Getting more information out of them </a:t>
            </a:r>
          </a:p>
          <a:p>
            <a:pPr lvl="1"/>
            <a:r>
              <a:rPr lang="en-AU" sz="2200"/>
              <a:t>Even speaking is an intervention</a:t>
            </a:r>
          </a:p>
          <a:p>
            <a:r>
              <a:rPr lang="en-AU" sz="2200"/>
              <a:t>Start small with interventions</a:t>
            </a:r>
          </a:p>
          <a:p>
            <a:r>
              <a:rPr lang="en-AU" sz="2200"/>
              <a:t>Think, the bigger the intervention, the more rapport is needed</a:t>
            </a:r>
          </a:p>
        </p:txBody>
      </p:sp>
    </p:spTree>
    <p:extLst>
      <p:ext uri="{BB962C8B-B14F-4D97-AF65-F5344CB8AC3E}">
        <p14:creationId xmlns:p14="http://schemas.microsoft.com/office/powerpoint/2010/main" val="32040054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BCED4D40-4B67-4331-AC48-79B82B4A47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82495F2-42FF-9980-67E4-687F64ADC8C8}"/>
              </a:ext>
            </a:extLst>
          </p:cNvPr>
          <p:cNvSpPr>
            <a:spLocks noGrp="1"/>
          </p:cNvSpPr>
          <p:nvPr>
            <p:ph type="title"/>
          </p:nvPr>
        </p:nvSpPr>
        <p:spPr>
          <a:xfrm>
            <a:off x="638881" y="417576"/>
            <a:ext cx="10909640" cy="1249394"/>
          </a:xfrm>
        </p:spPr>
        <p:txBody>
          <a:bodyPr vert="horz" lIns="91440" tIns="45720" rIns="91440" bIns="45720" rtlCol="0" anchor="ctr">
            <a:normAutofit/>
          </a:bodyPr>
          <a:lstStyle/>
          <a:p>
            <a:pPr algn="ctr"/>
            <a:r>
              <a:rPr lang="en-US" sz="5600" kern="1200">
                <a:solidFill>
                  <a:schemeClr val="tx1"/>
                </a:solidFill>
                <a:latin typeface="+mj-lt"/>
                <a:ea typeface="+mj-ea"/>
                <a:cs typeface="+mj-cs"/>
              </a:rPr>
              <a:t>Some interventions Cyndi provided</a:t>
            </a:r>
          </a:p>
        </p:txBody>
      </p:sp>
      <p:sp>
        <p:nvSpPr>
          <p:cNvPr id="31" name="sketch line">
            <a:extLst>
              <a:ext uri="{FF2B5EF4-FFF2-40B4-BE49-F238E27FC236}">
                <a16:creationId xmlns:a16="http://schemas.microsoft.com/office/drawing/2014/main" id="{670CEDEF-4F34-412E-84EE-329C1E936A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07702" y="1733454"/>
            <a:ext cx="4572000" cy="18288"/>
          </a:xfrm>
          <a:custGeom>
            <a:avLst/>
            <a:gdLst>
              <a:gd name="csX0" fmla="*/ 0 w 4572000"/>
              <a:gd name="csY0" fmla="*/ 0 h 18288"/>
              <a:gd name="csX1" fmla="*/ 515983 w 4572000"/>
              <a:gd name="csY1" fmla="*/ 0 h 18288"/>
              <a:gd name="csX2" fmla="*/ 1031966 w 4572000"/>
              <a:gd name="csY2" fmla="*/ 0 h 18288"/>
              <a:gd name="csX3" fmla="*/ 1639389 w 4572000"/>
              <a:gd name="csY3" fmla="*/ 0 h 18288"/>
              <a:gd name="csX4" fmla="*/ 2383971 w 4572000"/>
              <a:gd name="csY4" fmla="*/ 0 h 18288"/>
              <a:gd name="csX5" fmla="*/ 2945674 w 4572000"/>
              <a:gd name="csY5" fmla="*/ 0 h 18288"/>
              <a:gd name="csX6" fmla="*/ 3507377 w 4572000"/>
              <a:gd name="csY6" fmla="*/ 0 h 18288"/>
              <a:gd name="csX7" fmla="*/ 4572000 w 4572000"/>
              <a:gd name="csY7" fmla="*/ 0 h 18288"/>
              <a:gd name="csX8" fmla="*/ 4572000 w 4572000"/>
              <a:gd name="csY8" fmla="*/ 18288 h 18288"/>
              <a:gd name="csX9" fmla="*/ 3873137 w 4572000"/>
              <a:gd name="csY9" fmla="*/ 18288 h 18288"/>
              <a:gd name="csX10" fmla="*/ 3311434 w 4572000"/>
              <a:gd name="csY10" fmla="*/ 18288 h 18288"/>
              <a:gd name="csX11" fmla="*/ 2749731 w 4572000"/>
              <a:gd name="csY11" fmla="*/ 18288 h 18288"/>
              <a:gd name="csX12" fmla="*/ 2050869 w 4572000"/>
              <a:gd name="csY12" fmla="*/ 18288 h 18288"/>
              <a:gd name="csX13" fmla="*/ 1306286 w 4572000"/>
              <a:gd name="csY13" fmla="*/ 18288 h 18288"/>
              <a:gd name="csX14" fmla="*/ 790303 w 4572000"/>
              <a:gd name="csY14" fmla="*/ 18288 h 18288"/>
              <a:gd name="csX15" fmla="*/ 0 w 4572000"/>
              <a:gd name="csY15" fmla="*/ 18288 h 18288"/>
              <a:gd name="csX16" fmla="*/ 0 w 457200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572000" h="18288" fill="none" extrusionOk="0">
                <a:moveTo>
                  <a:pt x="0" y="0"/>
                </a:moveTo>
                <a:cubicBezTo>
                  <a:pt x="105156" y="-20963"/>
                  <a:pt x="340432" y="822"/>
                  <a:pt x="515983" y="0"/>
                </a:cubicBezTo>
                <a:cubicBezTo>
                  <a:pt x="691534" y="-822"/>
                  <a:pt x="850679" y="16479"/>
                  <a:pt x="1031966" y="0"/>
                </a:cubicBezTo>
                <a:cubicBezTo>
                  <a:pt x="1213253" y="-16479"/>
                  <a:pt x="1443646" y="-18730"/>
                  <a:pt x="1639389" y="0"/>
                </a:cubicBezTo>
                <a:cubicBezTo>
                  <a:pt x="1835132" y="18730"/>
                  <a:pt x="2159975" y="18531"/>
                  <a:pt x="2383971" y="0"/>
                </a:cubicBezTo>
                <a:cubicBezTo>
                  <a:pt x="2607967" y="-18531"/>
                  <a:pt x="2719096" y="-12030"/>
                  <a:pt x="2945674" y="0"/>
                </a:cubicBezTo>
                <a:cubicBezTo>
                  <a:pt x="3172252" y="12030"/>
                  <a:pt x="3269167" y="27666"/>
                  <a:pt x="3507377" y="0"/>
                </a:cubicBezTo>
                <a:cubicBezTo>
                  <a:pt x="3745587" y="-27666"/>
                  <a:pt x="4116741" y="18705"/>
                  <a:pt x="4572000" y="0"/>
                </a:cubicBezTo>
                <a:cubicBezTo>
                  <a:pt x="4572895" y="8974"/>
                  <a:pt x="4571454" y="9359"/>
                  <a:pt x="4572000" y="18288"/>
                </a:cubicBezTo>
                <a:cubicBezTo>
                  <a:pt x="4374698" y="3942"/>
                  <a:pt x="4098874" y="-11042"/>
                  <a:pt x="3873137" y="18288"/>
                </a:cubicBezTo>
                <a:cubicBezTo>
                  <a:pt x="3647400" y="47618"/>
                  <a:pt x="3517055" y="5421"/>
                  <a:pt x="3311434" y="18288"/>
                </a:cubicBezTo>
                <a:cubicBezTo>
                  <a:pt x="3105813" y="31155"/>
                  <a:pt x="3025168" y="17856"/>
                  <a:pt x="2749731" y="18288"/>
                </a:cubicBezTo>
                <a:cubicBezTo>
                  <a:pt x="2474294" y="18720"/>
                  <a:pt x="2291766" y="-14168"/>
                  <a:pt x="2050869" y="18288"/>
                </a:cubicBezTo>
                <a:cubicBezTo>
                  <a:pt x="1809972" y="50744"/>
                  <a:pt x="1540276" y="46798"/>
                  <a:pt x="1306286" y="18288"/>
                </a:cubicBezTo>
                <a:cubicBezTo>
                  <a:pt x="1072296" y="-10222"/>
                  <a:pt x="972445" y="19645"/>
                  <a:pt x="790303" y="18288"/>
                </a:cubicBezTo>
                <a:cubicBezTo>
                  <a:pt x="608161" y="16931"/>
                  <a:pt x="200981" y="8241"/>
                  <a:pt x="0" y="18288"/>
                </a:cubicBezTo>
                <a:cubicBezTo>
                  <a:pt x="-229" y="14222"/>
                  <a:pt x="509" y="5816"/>
                  <a:pt x="0" y="0"/>
                </a:cubicBezTo>
                <a:close/>
              </a:path>
              <a:path w="4572000" h="18288" stroke="0" extrusionOk="0">
                <a:moveTo>
                  <a:pt x="0" y="0"/>
                </a:moveTo>
                <a:cubicBezTo>
                  <a:pt x="143285" y="-9565"/>
                  <a:pt x="327959" y="-11498"/>
                  <a:pt x="561703" y="0"/>
                </a:cubicBezTo>
                <a:cubicBezTo>
                  <a:pt x="795447" y="11498"/>
                  <a:pt x="838260" y="18255"/>
                  <a:pt x="1077686" y="0"/>
                </a:cubicBezTo>
                <a:cubicBezTo>
                  <a:pt x="1317112" y="-18255"/>
                  <a:pt x="1437472" y="23514"/>
                  <a:pt x="1639389" y="0"/>
                </a:cubicBezTo>
                <a:cubicBezTo>
                  <a:pt x="1841306" y="-23514"/>
                  <a:pt x="2037142" y="-12551"/>
                  <a:pt x="2292531" y="0"/>
                </a:cubicBezTo>
                <a:cubicBezTo>
                  <a:pt x="2547920" y="12551"/>
                  <a:pt x="2810436" y="-20352"/>
                  <a:pt x="2991394" y="0"/>
                </a:cubicBezTo>
                <a:cubicBezTo>
                  <a:pt x="3172352" y="20352"/>
                  <a:pt x="3530025" y="-13347"/>
                  <a:pt x="3735977" y="0"/>
                </a:cubicBezTo>
                <a:cubicBezTo>
                  <a:pt x="3941929" y="13347"/>
                  <a:pt x="4161497" y="34086"/>
                  <a:pt x="4572000" y="0"/>
                </a:cubicBezTo>
                <a:cubicBezTo>
                  <a:pt x="4571545" y="6162"/>
                  <a:pt x="4571903" y="11775"/>
                  <a:pt x="4572000" y="18288"/>
                </a:cubicBezTo>
                <a:cubicBezTo>
                  <a:pt x="4228040" y="36490"/>
                  <a:pt x="4199736" y="42557"/>
                  <a:pt x="3873137" y="18288"/>
                </a:cubicBezTo>
                <a:cubicBezTo>
                  <a:pt x="3546538" y="-5981"/>
                  <a:pt x="3472124" y="16809"/>
                  <a:pt x="3128554" y="18288"/>
                </a:cubicBezTo>
                <a:cubicBezTo>
                  <a:pt x="2784984" y="19767"/>
                  <a:pt x="2735896" y="-17781"/>
                  <a:pt x="2383971" y="18288"/>
                </a:cubicBezTo>
                <a:cubicBezTo>
                  <a:pt x="2032046" y="54357"/>
                  <a:pt x="2019324" y="2920"/>
                  <a:pt x="1867989" y="18288"/>
                </a:cubicBezTo>
                <a:cubicBezTo>
                  <a:pt x="1716654" y="33656"/>
                  <a:pt x="1418675" y="32575"/>
                  <a:pt x="1169126" y="18288"/>
                </a:cubicBezTo>
                <a:cubicBezTo>
                  <a:pt x="919577" y="4001"/>
                  <a:pt x="798537" y="16165"/>
                  <a:pt x="561703" y="18288"/>
                </a:cubicBezTo>
                <a:cubicBezTo>
                  <a:pt x="324869" y="20411"/>
                  <a:pt x="221395" y="-912"/>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0798153F-993B-5D9D-A146-6A09015D6553}"/>
              </a:ext>
            </a:extLst>
          </p:cNvPr>
          <p:cNvPicPr>
            <a:picLocks noChangeAspect="1"/>
          </p:cNvPicPr>
          <p:nvPr/>
        </p:nvPicPr>
        <p:blipFill>
          <a:blip r:embed="rId2"/>
          <a:stretch>
            <a:fillRect/>
          </a:stretch>
        </p:blipFill>
        <p:spPr>
          <a:xfrm>
            <a:off x="2471897" y="2633472"/>
            <a:ext cx="7245158" cy="3586353"/>
          </a:xfrm>
          <a:prstGeom prst="rect">
            <a:avLst/>
          </a:prstGeom>
        </p:spPr>
      </p:pic>
    </p:spTree>
    <p:extLst>
      <p:ext uri="{BB962C8B-B14F-4D97-AF65-F5344CB8AC3E}">
        <p14:creationId xmlns:p14="http://schemas.microsoft.com/office/powerpoint/2010/main" val="30456131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6" name="Rectangle 55">
            <a:extLst>
              <a:ext uri="{FF2B5EF4-FFF2-40B4-BE49-F238E27FC236}">
                <a16:creationId xmlns:a16="http://schemas.microsoft.com/office/drawing/2014/main" id="{A8908DB7-C3A6-4FCB-9820-CEE02B398C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6F222C0-06B0-B7C2-8283-BFF8113569D3}"/>
              </a:ext>
            </a:extLst>
          </p:cNvPr>
          <p:cNvSpPr>
            <a:spLocks noGrp="1"/>
          </p:cNvSpPr>
          <p:nvPr>
            <p:ph type="title"/>
          </p:nvPr>
        </p:nvSpPr>
        <p:spPr>
          <a:xfrm>
            <a:off x="630936" y="640823"/>
            <a:ext cx="3419856" cy="5583148"/>
          </a:xfrm>
        </p:spPr>
        <p:txBody>
          <a:bodyPr vert="horz" lIns="91440" tIns="45720" rIns="91440" bIns="45720" rtlCol="0" anchor="ctr">
            <a:normAutofit/>
          </a:bodyPr>
          <a:lstStyle/>
          <a:p>
            <a:r>
              <a:rPr lang="en-US" sz="4600" kern="1200">
                <a:solidFill>
                  <a:schemeClr val="tx1"/>
                </a:solidFill>
                <a:latin typeface="+mj-lt"/>
                <a:ea typeface="+mj-ea"/>
                <a:cs typeface="+mj-cs"/>
              </a:rPr>
              <a:t>Identifying windows of interventions (From Cyndi)</a:t>
            </a:r>
          </a:p>
        </p:txBody>
      </p:sp>
      <p:sp>
        <p:nvSpPr>
          <p:cNvPr id="57" name="sketch line">
            <a:extLst>
              <a:ext uri="{FF2B5EF4-FFF2-40B4-BE49-F238E27FC236}">
                <a16:creationId xmlns:a16="http://schemas.microsoft.com/office/drawing/2014/main" id="{535742DD-1B16-4E9D-B715-0D74B4574A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267200" y="630936"/>
            <a:ext cx="18288" cy="5590381"/>
          </a:xfrm>
          <a:custGeom>
            <a:avLst/>
            <a:gdLst>
              <a:gd name="csX0" fmla="*/ 0 w 18288"/>
              <a:gd name="csY0" fmla="*/ 0 h 5590381"/>
              <a:gd name="csX1" fmla="*/ 18288 w 18288"/>
              <a:gd name="csY1" fmla="*/ 0 h 5590381"/>
              <a:gd name="csX2" fmla="*/ 18288 w 18288"/>
              <a:gd name="csY2" fmla="*/ 754701 h 5590381"/>
              <a:gd name="csX3" fmla="*/ 18288 w 18288"/>
              <a:gd name="csY3" fmla="*/ 1565307 h 5590381"/>
              <a:gd name="csX4" fmla="*/ 18288 w 18288"/>
              <a:gd name="csY4" fmla="*/ 2152297 h 5590381"/>
              <a:gd name="csX5" fmla="*/ 18288 w 18288"/>
              <a:gd name="csY5" fmla="*/ 2906998 h 5590381"/>
              <a:gd name="csX6" fmla="*/ 18288 w 18288"/>
              <a:gd name="csY6" fmla="*/ 3549892 h 5590381"/>
              <a:gd name="csX7" fmla="*/ 18288 w 18288"/>
              <a:gd name="csY7" fmla="*/ 4080978 h 5590381"/>
              <a:gd name="csX8" fmla="*/ 18288 w 18288"/>
              <a:gd name="csY8" fmla="*/ 4835680 h 5590381"/>
              <a:gd name="csX9" fmla="*/ 18288 w 18288"/>
              <a:gd name="csY9" fmla="*/ 5590381 h 5590381"/>
              <a:gd name="csX10" fmla="*/ 0 w 18288"/>
              <a:gd name="csY10" fmla="*/ 5590381 h 5590381"/>
              <a:gd name="csX11" fmla="*/ 0 w 18288"/>
              <a:gd name="csY11" fmla="*/ 4835680 h 5590381"/>
              <a:gd name="csX12" fmla="*/ 0 w 18288"/>
              <a:gd name="csY12" fmla="*/ 4304593 h 5590381"/>
              <a:gd name="csX13" fmla="*/ 0 w 18288"/>
              <a:gd name="csY13" fmla="*/ 3773507 h 5590381"/>
              <a:gd name="csX14" fmla="*/ 0 w 18288"/>
              <a:gd name="csY14" fmla="*/ 3186517 h 5590381"/>
              <a:gd name="csX15" fmla="*/ 0 w 18288"/>
              <a:gd name="csY15" fmla="*/ 2487720 h 5590381"/>
              <a:gd name="csX16" fmla="*/ 0 w 18288"/>
              <a:gd name="csY16" fmla="*/ 1956633 h 5590381"/>
              <a:gd name="csX17" fmla="*/ 0 w 18288"/>
              <a:gd name="csY17" fmla="*/ 1425547 h 5590381"/>
              <a:gd name="csX18" fmla="*/ 0 w 18288"/>
              <a:gd name="csY18" fmla="*/ 614942 h 5590381"/>
              <a:gd name="csX19" fmla="*/ 0 w 18288"/>
              <a:gd name="csY19" fmla="*/ 0 h 559038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8288" h="5590381" fill="none" extrusionOk="0">
                <a:moveTo>
                  <a:pt x="0" y="0"/>
                </a:moveTo>
                <a:cubicBezTo>
                  <a:pt x="7726" y="-435"/>
                  <a:pt x="14198" y="437"/>
                  <a:pt x="18288" y="0"/>
                </a:cubicBezTo>
                <a:cubicBezTo>
                  <a:pt x="-5226" y="225076"/>
                  <a:pt x="46275" y="562283"/>
                  <a:pt x="18288" y="754701"/>
                </a:cubicBezTo>
                <a:cubicBezTo>
                  <a:pt x="-9699" y="947119"/>
                  <a:pt x="30081" y="1239251"/>
                  <a:pt x="18288" y="1565307"/>
                </a:cubicBezTo>
                <a:cubicBezTo>
                  <a:pt x="6495" y="1891363"/>
                  <a:pt x="7160" y="1999140"/>
                  <a:pt x="18288" y="2152297"/>
                </a:cubicBezTo>
                <a:cubicBezTo>
                  <a:pt x="29417" y="2305454"/>
                  <a:pt x="28705" y="2598333"/>
                  <a:pt x="18288" y="2906998"/>
                </a:cubicBezTo>
                <a:cubicBezTo>
                  <a:pt x="7871" y="3215663"/>
                  <a:pt x="35263" y="3327412"/>
                  <a:pt x="18288" y="3549892"/>
                </a:cubicBezTo>
                <a:cubicBezTo>
                  <a:pt x="1313" y="3772372"/>
                  <a:pt x="38561" y="3843836"/>
                  <a:pt x="18288" y="4080978"/>
                </a:cubicBezTo>
                <a:cubicBezTo>
                  <a:pt x="-1985" y="4318120"/>
                  <a:pt x="-3806" y="4511166"/>
                  <a:pt x="18288" y="4835680"/>
                </a:cubicBezTo>
                <a:cubicBezTo>
                  <a:pt x="40382" y="5160194"/>
                  <a:pt x="-13070" y="5401748"/>
                  <a:pt x="18288" y="5590381"/>
                </a:cubicBezTo>
                <a:cubicBezTo>
                  <a:pt x="12010" y="5589863"/>
                  <a:pt x="6799" y="5589982"/>
                  <a:pt x="0" y="5590381"/>
                </a:cubicBezTo>
                <a:cubicBezTo>
                  <a:pt x="-6480" y="5250523"/>
                  <a:pt x="-32148" y="5052531"/>
                  <a:pt x="0" y="4835680"/>
                </a:cubicBezTo>
                <a:cubicBezTo>
                  <a:pt x="32148" y="4618829"/>
                  <a:pt x="5352" y="4496374"/>
                  <a:pt x="0" y="4304593"/>
                </a:cubicBezTo>
                <a:cubicBezTo>
                  <a:pt x="-5352" y="4112812"/>
                  <a:pt x="9645" y="3919423"/>
                  <a:pt x="0" y="3773507"/>
                </a:cubicBezTo>
                <a:cubicBezTo>
                  <a:pt x="-9645" y="3627591"/>
                  <a:pt x="-10654" y="3330687"/>
                  <a:pt x="0" y="3186517"/>
                </a:cubicBezTo>
                <a:cubicBezTo>
                  <a:pt x="10654" y="3042347"/>
                  <a:pt x="18181" y="2635923"/>
                  <a:pt x="0" y="2487720"/>
                </a:cubicBezTo>
                <a:cubicBezTo>
                  <a:pt x="-18181" y="2339517"/>
                  <a:pt x="-7947" y="2113537"/>
                  <a:pt x="0" y="1956633"/>
                </a:cubicBezTo>
                <a:cubicBezTo>
                  <a:pt x="7947" y="1799729"/>
                  <a:pt x="-15145" y="1657735"/>
                  <a:pt x="0" y="1425547"/>
                </a:cubicBezTo>
                <a:cubicBezTo>
                  <a:pt x="15145" y="1193359"/>
                  <a:pt x="-23832" y="948054"/>
                  <a:pt x="0" y="614942"/>
                </a:cubicBezTo>
                <a:cubicBezTo>
                  <a:pt x="23832" y="281831"/>
                  <a:pt x="2816" y="129878"/>
                  <a:pt x="0" y="0"/>
                </a:cubicBezTo>
                <a:close/>
              </a:path>
              <a:path w="18288" h="5590381" stroke="0" extrusionOk="0">
                <a:moveTo>
                  <a:pt x="0" y="0"/>
                </a:moveTo>
                <a:cubicBezTo>
                  <a:pt x="5871" y="848"/>
                  <a:pt x="11713" y="-200"/>
                  <a:pt x="18288" y="0"/>
                </a:cubicBezTo>
                <a:cubicBezTo>
                  <a:pt x="41141" y="165299"/>
                  <a:pt x="3613" y="427555"/>
                  <a:pt x="18288" y="698798"/>
                </a:cubicBezTo>
                <a:cubicBezTo>
                  <a:pt x="32963" y="970041"/>
                  <a:pt x="19680" y="1226199"/>
                  <a:pt x="18288" y="1397595"/>
                </a:cubicBezTo>
                <a:cubicBezTo>
                  <a:pt x="16896" y="1568991"/>
                  <a:pt x="38798" y="1794517"/>
                  <a:pt x="18288" y="2152297"/>
                </a:cubicBezTo>
                <a:cubicBezTo>
                  <a:pt x="-2222" y="2510077"/>
                  <a:pt x="40846" y="2594424"/>
                  <a:pt x="18288" y="2739287"/>
                </a:cubicBezTo>
                <a:cubicBezTo>
                  <a:pt x="-4270" y="2884150"/>
                  <a:pt x="27117" y="3129706"/>
                  <a:pt x="18288" y="3493988"/>
                </a:cubicBezTo>
                <a:cubicBezTo>
                  <a:pt x="9459" y="3858270"/>
                  <a:pt x="54201" y="4041447"/>
                  <a:pt x="18288" y="4304593"/>
                </a:cubicBezTo>
                <a:cubicBezTo>
                  <a:pt x="-17625" y="4567740"/>
                  <a:pt x="49627" y="5149125"/>
                  <a:pt x="18288" y="5590381"/>
                </a:cubicBezTo>
                <a:cubicBezTo>
                  <a:pt x="10860" y="5590744"/>
                  <a:pt x="7568" y="5590157"/>
                  <a:pt x="0" y="5590381"/>
                </a:cubicBezTo>
                <a:cubicBezTo>
                  <a:pt x="36767" y="5266821"/>
                  <a:pt x="-16223" y="5116146"/>
                  <a:pt x="0" y="4835680"/>
                </a:cubicBezTo>
                <a:cubicBezTo>
                  <a:pt x="16223" y="4555214"/>
                  <a:pt x="-16316" y="4356490"/>
                  <a:pt x="0" y="4136882"/>
                </a:cubicBezTo>
                <a:cubicBezTo>
                  <a:pt x="16316" y="3917274"/>
                  <a:pt x="8005" y="3773465"/>
                  <a:pt x="0" y="3549892"/>
                </a:cubicBezTo>
                <a:cubicBezTo>
                  <a:pt x="-8005" y="3326319"/>
                  <a:pt x="27623" y="3052456"/>
                  <a:pt x="0" y="2851094"/>
                </a:cubicBezTo>
                <a:cubicBezTo>
                  <a:pt x="-27623" y="2649732"/>
                  <a:pt x="5614" y="2455815"/>
                  <a:pt x="0" y="2264104"/>
                </a:cubicBezTo>
                <a:cubicBezTo>
                  <a:pt x="-5614" y="2072393"/>
                  <a:pt x="22598" y="1990723"/>
                  <a:pt x="0" y="1733018"/>
                </a:cubicBezTo>
                <a:cubicBezTo>
                  <a:pt x="-22598" y="1475313"/>
                  <a:pt x="-6965" y="1369123"/>
                  <a:pt x="0" y="1090124"/>
                </a:cubicBezTo>
                <a:cubicBezTo>
                  <a:pt x="6965" y="811125"/>
                  <a:pt x="-19273" y="50704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3114097614">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83B989C6-F2FE-FF3D-9E25-0B02B953D30D}"/>
              </a:ext>
            </a:extLst>
          </p:cNvPr>
          <p:cNvPicPr>
            <a:picLocks noChangeAspect="1"/>
          </p:cNvPicPr>
          <p:nvPr/>
        </p:nvPicPr>
        <p:blipFill>
          <a:blip r:embed="rId2"/>
          <a:stretch>
            <a:fillRect/>
          </a:stretch>
        </p:blipFill>
        <p:spPr>
          <a:xfrm>
            <a:off x="4654296" y="760689"/>
            <a:ext cx="6894576" cy="3654125"/>
          </a:xfrm>
          <a:prstGeom prst="rect">
            <a:avLst/>
          </a:prstGeom>
        </p:spPr>
      </p:pic>
      <p:sp>
        <p:nvSpPr>
          <p:cNvPr id="5" name="TextBox 4">
            <a:extLst>
              <a:ext uri="{FF2B5EF4-FFF2-40B4-BE49-F238E27FC236}">
                <a16:creationId xmlns:a16="http://schemas.microsoft.com/office/drawing/2014/main" id="{8FB68C83-ED7B-F72E-A476-33306FDA6548}"/>
              </a:ext>
            </a:extLst>
          </p:cNvPr>
          <p:cNvSpPr txBox="1"/>
          <p:nvPr/>
        </p:nvSpPr>
        <p:spPr>
          <a:xfrm>
            <a:off x="4654296" y="4798577"/>
            <a:ext cx="6894576" cy="1428487"/>
          </a:xfrm>
          <a:prstGeom prst="rect">
            <a:avLst/>
          </a:prstGeom>
        </p:spPr>
        <p:txBody>
          <a:bodyPr vert="horz" lIns="91440" tIns="45720" rIns="91440" bIns="45720" rtlCol="0" anchor="t">
            <a:normAutofit/>
          </a:bodyPr>
          <a:lstStyle/>
          <a:p>
            <a:pPr indent="-228600">
              <a:lnSpc>
                <a:spcPct val="90000"/>
              </a:lnSpc>
              <a:spcAft>
                <a:spcPts val="600"/>
              </a:spcAft>
              <a:buFont typeface="Arial" panose="020B0604020202020204" pitchFamily="34" charset="0"/>
              <a:buChar char="•"/>
            </a:pPr>
            <a:r>
              <a:rPr lang="en-US" sz="2200" dirty="0"/>
              <a:t>Remember you yourself, need to be regulated, else you are in no position to regulate someone else. </a:t>
            </a:r>
          </a:p>
          <a:p>
            <a:pPr indent="-228600">
              <a:lnSpc>
                <a:spcPct val="90000"/>
              </a:lnSpc>
              <a:spcAft>
                <a:spcPts val="600"/>
              </a:spcAft>
              <a:buFont typeface="Arial" panose="020B0604020202020204" pitchFamily="34" charset="0"/>
              <a:buChar char="•"/>
            </a:pPr>
            <a:r>
              <a:rPr lang="en-US" sz="2200" dirty="0"/>
              <a:t>3-5 is the areas where you should be hesitant to provide interventions and just focus on the relationship</a:t>
            </a:r>
          </a:p>
        </p:txBody>
      </p:sp>
    </p:spTree>
    <p:extLst>
      <p:ext uri="{BB962C8B-B14F-4D97-AF65-F5344CB8AC3E}">
        <p14:creationId xmlns:p14="http://schemas.microsoft.com/office/powerpoint/2010/main" val="1531278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0EEA8F-EE8B-EDFC-684C-172C4AEBC153}"/>
              </a:ext>
            </a:extLst>
          </p:cNvPr>
          <p:cNvSpPr>
            <a:spLocks noGrp="1"/>
          </p:cNvSpPr>
          <p:nvPr>
            <p:ph type="title"/>
          </p:nvPr>
        </p:nvSpPr>
        <p:spPr/>
        <p:txBody>
          <a:bodyPr/>
          <a:lstStyle/>
          <a:p>
            <a:r>
              <a:rPr lang="en-AU" dirty="0"/>
              <a:t>The horse and cart cycle (applied to Cyndi’s resource) </a:t>
            </a:r>
          </a:p>
        </p:txBody>
      </p:sp>
      <p:pic>
        <p:nvPicPr>
          <p:cNvPr id="4" name="Picture 3">
            <a:extLst>
              <a:ext uri="{FF2B5EF4-FFF2-40B4-BE49-F238E27FC236}">
                <a16:creationId xmlns:a16="http://schemas.microsoft.com/office/drawing/2014/main" id="{BDE7985C-FF1D-BAAF-DB68-439E54BA2427}"/>
              </a:ext>
            </a:extLst>
          </p:cNvPr>
          <p:cNvPicPr>
            <a:picLocks noChangeAspect="1"/>
          </p:cNvPicPr>
          <p:nvPr/>
        </p:nvPicPr>
        <p:blipFill>
          <a:blip r:embed="rId2"/>
          <a:stretch>
            <a:fillRect/>
          </a:stretch>
        </p:blipFill>
        <p:spPr>
          <a:xfrm>
            <a:off x="771095" y="1917998"/>
            <a:ext cx="9669224" cy="4496427"/>
          </a:xfrm>
          <a:prstGeom prst="rect">
            <a:avLst/>
          </a:prstGeom>
        </p:spPr>
      </p:pic>
      <p:sp>
        <p:nvSpPr>
          <p:cNvPr id="5" name="TextBox 4">
            <a:extLst>
              <a:ext uri="{FF2B5EF4-FFF2-40B4-BE49-F238E27FC236}">
                <a16:creationId xmlns:a16="http://schemas.microsoft.com/office/drawing/2014/main" id="{067E5CA5-EAEB-71B3-231C-9B8631CBBE6D}"/>
              </a:ext>
            </a:extLst>
          </p:cNvPr>
          <p:cNvSpPr txBox="1"/>
          <p:nvPr/>
        </p:nvSpPr>
        <p:spPr>
          <a:xfrm>
            <a:off x="1751681" y="2555914"/>
            <a:ext cx="2478796" cy="369332"/>
          </a:xfrm>
          <a:prstGeom prst="rect">
            <a:avLst/>
          </a:prstGeom>
          <a:noFill/>
        </p:spPr>
        <p:txBody>
          <a:bodyPr wrap="square" rtlCol="0">
            <a:spAutoFit/>
          </a:bodyPr>
          <a:lstStyle/>
          <a:p>
            <a:r>
              <a:rPr lang="en-AU" dirty="0"/>
              <a:t>Relationship (Horse)</a:t>
            </a:r>
          </a:p>
        </p:txBody>
      </p:sp>
      <p:sp>
        <p:nvSpPr>
          <p:cNvPr id="6" name="TextBox 5">
            <a:extLst>
              <a:ext uri="{FF2B5EF4-FFF2-40B4-BE49-F238E27FC236}">
                <a16:creationId xmlns:a16="http://schemas.microsoft.com/office/drawing/2014/main" id="{E95D2265-9907-84FF-A7AE-C41E08713FDD}"/>
              </a:ext>
            </a:extLst>
          </p:cNvPr>
          <p:cNvSpPr txBox="1"/>
          <p:nvPr/>
        </p:nvSpPr>
        <p:spPr>
          <a:xfrm>
            <a:off x="5054905" y="5506599"/>
            <a:ext cx="2478796" cy="369332"/>
          </a:xfrm>
          <a:prstGeom prst="rect">
            <a:avLst/>
          </a:prstGeom>
          <a:noFill/>
        </p:spPr>
        <p:txBody>
          <a:bodyPr wrap="square" rtlCol="0">
            <a:spAutoFit/>
          </a:bodyPr>
          <a:lstStyle/>
          <a:p>
            <a:r>
              <a:rPr lang="en-AU" dirty="0"/>
              <a:t>Relationship (Horse)</a:t>
            </a:r>
          </a:p>
        </p:txBody>
      </p:sp>
      <p:sp>
        <p:nvSpPr>
          <p:cNvPr id="7" name="TextBox 6">
            <a:extLst>
              <a:ext uri="{FF2B5EF4-FFF2-40B4-BE49-F238E27FC236}">
                <a16:creationId xmlns:a16="http://schemas.microsoft.com/office/drawing/2014/main" id="{DC267C76-4E09-C979-30BA-5D4484DD4DE5}"/>
              </a:ext>
            </a:extLst>
          </p:cNvPr>
          <p:cNvSpPr txBox="1"/>
          <p:nvPr/>
        </p:nvSpPr>
        <p:spPr>
          <a:xfrm>
            <a:off x="7961525" y="2555914"/>
            <a:ext cx="2478796" cy="369332"/>
          </a:xfrm>
          <a:prstGeom prst="rect">
            <a:avLst/>
          </a:prstGeom>
          <a:noFill/>
        </p:spPr>
        <p:txBody>
          <a:bodyPr wrap="square" rtlCol="0">
            <a:spAutoFit/>
          </a:bodyPr>
          <a:lstStyle/>
          <a:p>
            <a:r>
              <a:rPr lang="en-AU" dirty="0"/>
              <a:t>Interventions (cart)</a:t>
            </a:r>
          </a:p>
        </p:txBody>
      </p:sp>
      <p:sp>
        <p:nvSpPr>
          <p:cNvPr id="9" name="TextBox 8">
            <a:extLst>
              <a:ext uri="{FF2B5EF4-FFF2-40B4-BE49-F238E27FC236}">
                <a16:creationId xmlns:a16="http://schemas.microsoft.com/office/drawing/2014/main" id="{5DC96653-8DC1-43DB-666D-3BF97D64DFC7}"/>
              </a:ext>
            </a:extLst>
          </p:cNvPr>
          <p:cNvSpPr txBox="1"/>
          <p:nvPr/>
        </p:nvSpPr>
        <p:spPr>
          <a:xfrm>
            <a:off x="1751681" y="5691265"/>
            <a:ext cx="2478796" cy="923330"/>
          </a:xfrm>
          <a:prstGeom prst="rect">
            <a:avLst/>
          </a:prstGeom>
          <a:noFill/>
        </p:spPr>
        <p:txBody>
          <a:bodyPr wrap="square" rtlCol="0">
            <a:spAutoFit/>
          </a:bodyPr>
          <a:lstStyle/>
          <a:p>
            <a:r>
              <a:rPr lang="en-AU" dirty="0"/>
              <a:t>Note: some regulation promotion is an intervention (cart)</a:t>
            </a:r>
          </a:p>
        </p:txBody>
      </p:sp>
    </p:spTree>
    <p:extLst>
      <p:ext uri="{BB962C8B-B14F-4D97-AF65-F5344CB8AC3E}">
        <p14:creationId xmlns:p14="http://schemas.microsoft.com/office/powerpoint/2010/main" val="17232893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3AADF8A-EBE8-FF05-CD4F-09CFF3E72F8A}"/>
              </a:ext>
            </a:extLst>
          </p:cNvPr>
          <p:cNvSpPr>
            <a:spLocks noGrp="1"/>
          </p:cNvSpPr>
          <p:nvPr>
            <p:ph type="title"/>
          </p:nvPr>
        </p:nvSpPr>
        <p:spPr>
          <a:xfrm>
            <a:off x="630936" y="639520"/>
            <a:ext cx="3429000" cy="1719072"/>
          </a:xfrm>
        </p:spPr>
        <p:txBody>
          <a:bodyPr anchor="b">
            <a:normAutofit/>
          </a:bodyPr>
          <a:lstStyle/>
          <a:p>
            <a:r>
              <a:rPr lang="en-AU" sz="2200" b="1" dirty="0"/>
              <a:t>GOLDEN RULE NUMBER 2 – THE SOURCE OF MOST ESCELATION/STRESS (UNMET NEEDS)</a:t>
            </a:r>
            <a:br>
              <a:rPr lang="en-AU" sz="2200" dirty="0"/>
            </a:br>
            <a:endParaRPr lang="en-AU" sz="2200" dirty="0"/>
          </a:p>
        </p:txBody>
      </p:sp>
      <p:sp>
        <p:nvSpPr>
          <p:cNvPr id="17"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DFF2DB0D-5909-0D10-9C0B-212CA9A64059}"/>
              </a:ext>
            </a:extLst>
          </p:cNvPr>
          <p:cNvSpPr>
            <a:spLocks noGrp="1"/>
          </p:cNvSpPr>
          <p:nvPr>
            <p:ph idx="1"/>
          </p:nvPr>
        </p:nvSpPr>
        <p:spPr>
          <a:xfrm>
            <a:off x="630936" y="2807208"/>
            <a:ext cx="3429000" cy="3410712"/>
          </a:xfrm>
        </p:spPr>
        <p:txBody>
          <a:bodyPr anchor="t">
            <a:normAutofit/>
          </a:bodyPr>
          <a:lstStyle/>
          <a:p>
            <a:pPr marL="0" indent="0">
              <a:buNone/>
            </a:pPr>
            <a:r>
              <a:rPr lang="en-AU" sz="2200"/>
              <a:t>Escalation is often a response to unmet needs rather than intentional behaviour. Identifying these needs assists with rapport. Examples of stress in the table!</a:t>
            </a:r>
          </a:p>
          <a:p>
            <a:pPr marL="0" indent="0">
              <a:buNone/>
            </a:pPr>
            <a:endParaRPr lang="en-AU" sz="2200"/>
          </a:p>
          <a:p>
            <a:pPr marL="0" indent="0">
              <a:buNone/>
            </a:pPr>
            <a:endParaRPr lang="en-AU" sz="2200"/>
          </a:p>
        </p:txBody>
      </p:sp>
      <p:graphicFrame>
        <p:nvGraphicFramePr>
          <p:cNvPr id="10" name="Table 9">
            <a:extLst>
              <a:ext uri="{FF2B5EF4-FFF2-40B4-BE49-F238E27FC236}">
                <a16:creationId xmlns:a16="http://schemas.microsoft.com/office/drawing/2014/main" id="{D14EEA76-C94C-7E99-BA77-4BD48345F03C}"/>
              </a:ext>
            </a:extLst>
          </p:cNvPr>
          <p:cNvGraphicFramePr>
            <a:graphicFrameLocks noGrp="1"/>
          </p:cNvGraphicFramePr>
          <p:nvPr>
            <p:extLst>
              <p:ext uri="{D42A27DB-BD31-4B8C-83A1-F6EECF244321}">
                <p14:modId xmlns:p14="http://schemas.microsoft.com/office/powerpoint/2010/main" val="474194137"/>
              </p:ext>
            </p:extLst>
          </p:nvPr>
        </p:nvGraphicFramePr>
        <p:xfrm>
          <a:off x="4654296" y="825396"/>
          <a:ext cx="6903721" cy="5227530"/>
        </p:xfrm>
        <a:graphic>
          <a:graphicData uri="http://schemas.openxmlformats.org/drawingml/2006/table">
            <a:tbl>
              <a:tblPr firstRow="1" bandRow="1">
                <a:tableStyleId>{5C22544A-7EE6-4342-B048-85BDC9FD1C3A}</a:tableStyleId>
              </a:tblPr>
              <a:tblGrid>
                <a:gridCol w="1676898">
                  <a:extLst>
                    <a:ext uri="{9D8B030D-6E8A-4147-A177-3AD203B41FA5}">
                      <a16:colId xmlns:a16="http://schemas.microsoft.com/office/drawing/2014/main" val="3216117088"/>
                    </a:ext>
                  </a:extLst>
                </a:gridCol>
                <a:gridCol w="1774962">
                  <a:extLst>
                    <a:ext uri="{9D8B030D-6E8A-4147-A177-3AD203B41FA5}">
                      <a16:colId xmlns:a16="http://schemas.microsoft.com/office/drawing/2014/main" val="1830943817"/>
                    </a:ext>
                  </a:extLst>
                </a:gridCol>
                <a:gridCol w="1755043">
                  <a:extLst>
                    <a:ext uri="{9D8B030D-6E8A-4147-A177-3AD203B41FA5}">
                      <a16:colId xmlns:a16="http://schemas.microsoft.com/office/drawing/2014/main" val="3366620848"/>
                    </a:ext>
                  </a:extLst>
                </a:gridCol>
                <a:gridCol w="1696818">
                  <a:extLst>
                    <a:ext uri="{9D8B030D-6E8A-4147-A177-3AD203B41FA5}">
                      <a16:colId xmlns:a16="http://schemas.microsoft.com/office/drawing/2014/main" val="3377132848"/>
                    </a:ext>
                  </a:extLst>
                </a:gridCol>
              </a:tblGrid>
              <a:tr h="388335">
                <a:tc>
                  <a:txBody>
                    <a:bodyPr/>
                    <a:lstStyle/>
                    <a:p>
                      <a:r>
                        <a:rPr lang="en-AU" sz="1700"/>
                        <a:t>Immediate</a:t>
                      </a:r>
                    </a:p>
                  </a:txBody>
                  <a:tcPr marL="88258" marR="88258" marT="44129" marB="44129"/>
                </a:tc>
                <a:tc>
                  <a:txBody>
                    <a:bodyPr/>
                    <a:lstStyle/>
                    <a:p>
                      <a:r>
                        <a:rPr lang="en-AU" sz="1700"/>
                        <a:t>Environmental </a:t>
                      </a:r>
                    </a:p>
                  </a:txBody>
                  <a:tcPr marL="88258" marR="88258" marT="44129" marB="44129"/>
                </a:tc>
                <a:tc>
                  <a:txBody>
                    <a:bodyPr/>
                    <a:lstStyle/>
                    <a:p>
                      <a:r>
                        <a:rPr lang="en-AU" sz="1700"/>
                        <a:t>External </a:t>
                      </a:r>
                    </a:p>
                  </a:txBody>
                  <a:tcPr marL="88258" marR="88258" marT="44129" marB="44129"/>
                </a:tc>
                <a:tc>
                  <a:txBody>
                    <a:bodyPr/>
                    <a:lstStyle/>
                    <a:p>
                      <a:r>
                        <a:rPr lang="en-AU" sz="1700"/>
                        <a:t>Internal</a:t>
                      </a:r>
                    </a:p>
                  </a:txBody>
                  <a:tcPr marL="88258" marR="88258" marT="44129" marB="44129"/>
                </a:tc>
                <a:extLst>
                  <a:ext uri="{0D108BD9-81ED-4DB2-BD59-A6C34878D82A}">
                    <a16:rowId xmlns:a16="http://schemas.microsoft.com/office/drawing/2014/main" val="3900978178"/>
                  </a:ext>
                </a:extLst>
              </a:tr>
              <a:tr h="1359170">
                <a:tc>
                  <a:txBody>
                    <a:bodyPr/>
                    <a:lstStyle/>
                    <a:p>
                      <a:r>
                        <a:rPr lang="en-AU" sz="1400" dirty="0"/>
                        <a:t>Is someone bullying, targeting, or excluding them?</a:t>
                      </a:r>
                    </a:p>
                  </a:txBody>
                  <a:tcPr marL="88258" marR="88258" marT="44129" marB="44129"/>
                </a:tc>
                <a:tc>
                  <a:txBody>
                    <a:bodyPr/>
                    <a:lstStyle/>
                    <a:p>
                      <a:r>
                        <a:rPr lang="en-AU" sz="1400" dirty="0"/>
                        <a:t>Is the environment too noisy, crowded, or chaotic?</a:t>
                      </a:r>
                    </a:p>
                  </a:txBody>
                  <a:tcPr marL="88258" marR="88258" marT="44129" marB="44129"/>
                </a:tc>
                <a:tc>
                  <a:txBody>
                    <a:bodyPr/>
                    <a:lstStyle/>
                    <a:p>
                      <a:r>
                        <a:rPr lang="en-AU" sz="1400" dirty="0"/>
                        <a:t>Has something happened at home or in their personal life?</a:t>
                      </a:r>
                    </a:p>
                  </a:txBody>
                  <a:tcPr marL="88258" marR="88258" marT="44129" marB="44129"/>
                </a:tc>
                <a:tc>
                  <a:txBody>
                    <a:bodyPr/>
                    <a:lstStyle/>
                    <a:p>
                      <a:r>
                        <a:rPr lang="en-AU" sz="1400" dirty="0"/>
                        <a:t>Are they in physical pain or discomfort? Are they experiencing emotional pain or distress?</a:t>
                      </a:r>
                    </a:p>
                  </a:txBody>
                  <a:tcPr marL="88258" marR="88258" marT="44129" marB="44129"/>
                </a:tc>
                <a:extLst>
                  <a:ext uri="{0D108BD9-81ED-4DB2-BD59-A6C34878D82A}">
                    <a16:rowId xmlns:a16="http://schemas.microsoft.com/office/drawing/2014/main" val="3256825568"/>
                  </a:ext>
                </a:extLst>
              </a:tr>
              <a:tr h="947301">
                <a:tc>
                  <a:txBody>
                    <a:bodyPr/>
                    <a:lstStyle/>
                    <a:p>
                      <a:r>
                        <a:rPr lang="en-AU" sz="1400" dirty="0"/>
                        <a:t>Did something another student or staff member say upset them?</a:t>
                      </a:r>
                    </a:p>
                  </a:txBody>
                  <a:tcPr marL="88258" marR="88258" marT="44129" marB="44129"/>
                </a:tc>
                <a:tc>
                  <a:txBody>
                    <a:bodyPr/>
                    <a:lstStyle/>
                    <a:p>
                      <a:r>
                        <a:rPr lang="en-AU" sz="1400" dirty="0"/>
                        <a:t>Are there strong smells or sensory irritants?</a:t>
                      </a:r>
                    </a:p>
                  </a:txBody>
                  <a:tcPr marL="88258" marR="88258" marT="44129" marB="44129"/>
                </a:tc>
                <a:tc>
                  <a:txBody>
                    <a:bodyPr/>
                    <a:lstStyle/>
                    <a:p>
                      <a:r>
                        <a:rPr lang="en-AU" sz="1400" dirty="0"/>
                        <a:t>Family issues (e.g. conflict, loss)</a:t>
                      </a:r>
                    </a:p>
                  </a:txBody>
                  <a:tcPr marL="88258" marR="88258" marT="44129" marB="44129"/>
                </a:tc>
                <a:tc>
                  <a:txBody>
                    <a:bodyPr/>
                    <a:lstStyle/>
                    <a:p>
                      <a:r>
                        <a:rPr lang="en-AU" sz="1400" dirty="0"/>
                        <a:t>Are they confused or struggling to understand work? </a:t>
                      </a:r>
                    </a:p>
                  </a:txBody>
                  <a:tcPr marL="88258" marR="88258" marT="44129" marB="44129"/>
                </a:tc>
                <a:extLst>
                  <a:ext uri="{0D108BD9-81ED-4DB2-BD59-A6C34878D82A}">
                    <a16:rowId xmlns:a16="http://schemas.microsoft.com/office/drawing/2014/main" val="74807112"/>
                  </a:ext>
                </a:extLst>
              </a:tr>
              <a:tr h="1153235">
                <a:tc>
                  <a:txBody>
                    <a:bodyPr/>
                    <a:lstStyle/>
                    <a:p>
                      <a:r>
                        <a:rPr lang="en-AU" sz="1400" dirty="0"/>
                        <a:t>Did they just experience a specific triggering event? (</a:t>
                      </a:r>
                      <a:r>
                        <a:rPr lang="en-AU" sz="1400" dirty="0" err="1"/>
                        <a:t>eg</a:t>
                      </a:r>
                      <a:r>
                        <a:rPr lang="en-AU" sz="1400" dirty="0"/>
                        <a:t> embarrassment)</a:t>
                      </a:r>
                    </a:p>
                  </a:txBody>
                  <a:tcPr marL="88258" marR="88258" marT="44129" marB="44129"/>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400" dirty="0"/>
                        <a:t>Does the environment make them feel like they won’t get attention or support? </a:t>
                      </a:r>
                    </a:p>
                  </a:txBody>
                  <a:tcPr marL="88258" marR="88258" marT="44129" marB="44129"/>
                </a:tc>
                <a:tc>
                  <a:txBody>
                    <a:bodyPr/>
                    <a:lstStyle/>
                    <a:p>
                      <a:r>
                        <a:rPr lang="en-AU" sz="1400" dirty="0"/>
                        <a:t>Academic pressure (e.g. exams, expectations, sibling/peer comparison)</a:t>
                      </a:r>
                    </a:p>
                  </a:txBody>
                  <a:tcPr marL="88258" marR="88258" marT="44129" marB="44129"/>
                </a:tc>
                <a:tc>
                  <a:txBody>
                    <a:bodyPr/>
                    <a:lstStyle/>
                    <a:p>
                      <a:r>
                        <a:rPr lang="en-AU" sz="1400" dirty="0"/>
                        <a:t>Are they not getting attention or support when needed?</a:t>
                      </a:r>
                    </a:p>
                  </a:txBody>
                  <a:tcPr marL="88258" marR="88258" marT="44129" marB="44129"/>
                </a:tc>
                <a:extLst>
                  <a:ext uri="{0D108BD9-81ED-4DB2-BD59-A6C34878D82A}">
                    <a16:rowId xmlns:a16="http://schemas.microsoft.com/office/drawing/2014/main" val="1216860878"/>
                  </a:ext>
                </a:extLst>
              </a:tr>
              <a:tr h="1359170">
                <a:tc>
                  <a:txBody>
                    <a:bodyPr/>
                    <a:lstStyle/>
                    <a:p>
                      <a:r>
                        <a:rPr lang="en-AU" sz="1400" dirty="0"/>
                        <a:t>Does someone near them have a bothersome smell?</a:t>
                      </a:r>
                    </a:p>
                  </a:txBody>
                  <a:tcPr marL="88258" marR="88258" marT="44129" marB="44129"/>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400" dirty="0"/>
                        <a:t>Is there nowhere comfortable to sit or regulate?</a:t>
                      </a:r>
                    </a:p>
                    <a:p>
                      <a:endParaRPr lang="en-AU" sz="1400" b="1" dirty="0"/>
                    </a:p>
                  </a:txBody>
                  <a:tcPr marL="88258" marR="88258" marT="44129" marB="44129"/>
                </a:tc>
                <a:tc>
                  <a:txBody>
                    <a:bodyPr/>
                    <a:lstStyle/>
                    <a:p>
                      <a:r>
                        <a:rPr lang="en-AU" sz="1400" dirty="0"/>
                        <a:t>Stress about pets, relationships, or personal concerns</a:t>
                      </a:r>
                    </a:p>
                  </a:txBody>
                  <a:tcPr marL="88258" marR="88258" marT="44129" marB="44129"/>
                </a:tc>
                <a:tc>
                  <a:txBody>
                    <a:bodyPr/>
                    <a:lstStyle/>
                    <a:p>
                      <a:r>
                        <a:rPr lang="en-AU" sz="1400" dirty="0"/>
                        <a:t>Are they dysregulated due to condition (e.g. ADHD, autism, trauma, physical condition)</a:t>
                      </a:r>
                    </a:p>
                  </a:txBody>
                  <a:tcPr marL="88258" marR="88258" marT="44129" marB="44129"/>
                </a:tc>
                <a:extLst>
                  <a:ext uri="{0D108BD9-81ED-4DB2-BD59-A6C34878D82A}">
                    <a16:rowId xmlns:a16="http://schemas.microsoft.com/office/drawing/2014/main" val="2219657459"/>
                  </a:ext>
                </a:extLst>
              </a:tr>
            </a:tbl>
          </a:graphicData>
        </a:graphic>
      </p:graphicFrame>
    </p:spTree>
    <p:extLst>
      <p:ext uri="{BB962C8B-B14F-4D97-AF65-F5344CB8AC3E}">
        <p14:creationId xmlns:p14="http://schemas.microsoft.com/office/powerpoint/2010/main" val="14578401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B19B680-8035-B881-C1B9-60359ABAF4B1}"/>
              </a:ext>
            </a:extLst>
          </p:cNvPr>
          <p:cNvSpPr>
            <a:spLocks noGrp="1"/>
          </p:cNvSpPr>
          <p:nvPr>
            <p:ph type="title"/>
          </p:nvPr>
        </p:nvSpPr>
        <p:spPr>
          <a:xfrm>
            <a:off x="838200" y="365125"/>
            <a:ext cx="10515600" cy="1325563"/>
          </a:xfrm>
        </p:spPr>
        <p:txBody>
          <a:bodyPr>
            <a:normAutofit/>
          </a:bodyPr>
          <a:lstStyle/>
          <a:p>
            <a:r>
              <a:rPr lang="en-AU" sz="5400"/>
              <a:t>UNMET NEEDS CONT.</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AF0A2067-4D55-32D0-9DA3-3D7B2B32334C}"/>
              </a:ext>
            </a:extLst>
          </p:cNvPr>
          <p:cNvSpPr>
            <a:spLocks noGrp="1"/>
          </p:cNvSpPr>
          <p:nvPr>
            <p:ph idx="1"/>
          </p:nvPr>
        </p:nvSpPr>
        <p:spPr>
          <a:xfrm>
            <a:off x="838200" y="1929384"/>
            <a:ext cx="10515600" cy="4251960"/>
          </a:xfrm>
        </p:spPr>
        <p:txBody>
          <a:bodyPr>
            <a:normAutofit/>
          </a:bodyPr>
          <a:lstStyle/>
          <a:p>
            <a:r>
              <a:rPr lang="en-AU" sz="1900"/>
              <a:t>When noticing stress/dysregulation/escalation and you begin to engage. Before responding, pause and consider what may be driving the distress. </a:t>
            </a:r>
          </a:p>
          <a:p>
            <a:r>
              <a:rPr lang="en-AU" sz="1900"/>
              <a:t>Some niche student related examples of unmet needs </a:t>
            </a:r>
          </a:p>
          <a:p>
            <a:pPr lvl="1"/>
            <a:r>
              <a:rPr lang="en-AU" sz="1900"/>
              <a:t>Not enough sleep </a:t>
            </a:r>
          </a:p>
          <a:p>
            <a:pPr lvl="1"/>
            <a:r>
              <a:rPr lang="en-AU" sz="1900"/>
              <a:t>Required items hard to reach (think exams)</a:t>
            </a:r>
          </a:p>
          <a:p>
            <a:pPr lvl="1"/>
            <a:r>
              <a:rPr lang="en-AU" sz="1900"/>
              <a:t>Exam room is not well suited for exams (we need to fix this for 1337!!)</a:t>
            </a:r>
          </a:p>
          <a:p>
            <a:pPr lvl="1"/>
            <a:r>
              <a:rPr lang="en-AU" sz="1900"/>
              <a:t>Student is expected to know more than the pre-requisite knowledge for a course (e.g. 2521/1521 requires 1511 completed)</a:t>
            </a:r>
          </a:p>
          <a:p>
            <a:pPr lvl="2"/>
            <a:r>
              <a:rPr lang="en-AU" sz="1900"/>
              <a:t>A sub point of this is remembering the pre-reqs for a class and that not everyone is at the same stage of coding, a significant number of students suffer inferiority complexes when comparing themselves who have coded prior to uni. </a:t>
            </a:r>
          </a:p>
          <a:p>
            <a:pPr lvl="2"/>
            <a:r>
              <a:rPr lang="en-AU" sz="1900"/>
              <a:t>To contextualise this, for almost every other school, students are on the same footing as their scaffolded pre-req knowledge comes from the HSC and classes already completed</a:t>
            </a:r>
          </a:p>
        </p:txBody>
      </p:sp>
    </p:spTree>
    <p:extLst>
      <p:ext uri="{BB962C8B-B14F-4D97-AF65-F5344CB8AC3E}">
        <p14:creationId xmlns:p14="http://schemas.microsoft.com/office/powerpoint/2010/main" val="36574249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EA690A7-3FAF-DDE3-A9E3-66E6210A6386}"/>
              </a:ext>
            </a:extLst>
          </p:cNvPr>
          <p:cNvSpPr>
            <a:spLocks noGrp="1"/>
          </p:cNvSpPr>
          <p:nvPr>
            <p:ph type="title"/>
          </p:nvPr>
        </p:nvSpPr>
        <p:spPr>
          <a:xfrm>
            <a:off x="838200" y="365125"/>
            <a:ext cx="10515600" cy="1325563"/>
          </a:xfrm>
        </p:spPr>
        <p:txBody>
          <a:bodyPr>
            <a:normAutofit/>
          </a:bodyPr>
          <a:lstStyle/>
          <a:p>
            <a:r>
              <a:rPr lang="en-AU" sz="5400"/>
              <a:t>UNMET NEEDS CONT.</a:t>
            </a:r>
          </a:p>
        </p:txBody>
      </p:sp>
      <p:sp>
        <p:nvSpPr>
          <p:cNvPr id="12"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0FEEC4F2-AA0D-22A5-586B-04DCE9F5AC59}"/>
              </a:ext>
            </a:extLst>
          </p:cNvPr>
          <p:cNvSpPr>
            <a:spLocks noGrp="1"/>
          </p:cNvSpPr>
          <p:nvPr>
            <p:ph idx="1"/>
          </p:nvPr>
        </p:nvSpPr>
        <p:spPr>
          <a:xfrm>
            <a:off x="838200" y="1929384"/>
            <a:ext cx="10515600" cy="4251960"/>
          </a:xfrm>
        </p:spPr>
        <p:txBody>
          <a:bodyPr>
            <a:normAutofit/>
          </a:bodyPr>
          <a:lstStyle/>
          <a:p>
            <a:pPr marL="0" indent="0">
              <a:buNone/>
            </a:pPr>
            <a:r>
              <a:rPr lang="en-AU" sz="1700"/>
              <a:t>A subtle unmet need that only healthcare training will provide is psychosocial theory.</a:t>
            </a:r>
          </a:p>
          <a:p>
            <a:r>
              <a:rPr lang="en-AU" sz="1700"/>
              <a:t>In short, most psychosocial theories suggest a few psychosocial goals must be met, challenged and balanced to support progression and functioning. </a:t>
            </a:r>
          </a:p>
          <a:p>
            <a:pPr marL="0" indent="0">
              <a:buNone/>
            </a:pPr>
            <a:r>
              <a:rPr lang="en-AU" sz="1700"/>
              <a:t>Following Eriksons model the most common stage we will see is. </a:t>
            </a:r>
          </a:p>
          <a:p>
            <a:r>
              <a:rPr lang="en-GB" sz="1700" b="1"/>
              <a:t>Stage 5: Identity vs. Role Confusion (12–18 years):</a:t>
            </a:r>
            <a:r>
              <a:rPr lang="en-GB" sz="1700"/>
              <a:t> Adolescents explore their independence and develop a sense of self. Success leads to fidelity.</a:t>
            </a:r>
            <a:r>
              <a:rPr lang="en-AU" sz="1700"/>
              <a:t> </a:t>
            </a:r>
          </a:p>
          <a:p>
            <a:pPr lvl="1"/>
            <a:r>
              <a:rPr lang="en-AU" sz="1700"/>
              <a:t>Most people take longer than defined age ranges to develop (thus stress and escalation are more likely)</a:t>
            </a:r>
          </a:p>
          <a:p>
            <a:pPr lvl="1"/>
            <a:r>
              <a:rPr lang="en-AU" sz="1700"/>
              <a:t>They are actively developing:</a:t>
            </a:r>
          </a:p>
          <a:p>
            <a:pPr lvl="2"/>
            <a:r>
              <a:rPr lang="en-AU" sz="1700"/>
              <a:t>Independence </a:t>
            </a:r>
          </a:p>
          <a:p>
            <a:pPr lvl="2"/>
            <a:r>
              <a:rPr lang="en-AU" sz="1700"/>
              <a:t>Sense of identity </a:t>
            </a:r>
          </a:p>
          <a:p>
            <a:pPr lvl="2"/>
            <a:r>
              <a:rPr lang="en-AU" sz="1700"/>
              <a:t>Personal values </a:t>
            </a:r>
          </a:p>
          <a:p>
            <a:pPr lvl="2"/>
            <a:r>
              <a:rPr lang="en-AU" sz="1700"/>
              <a:t>How they relate to authority  (as staff we play a major role in this)</a:t>
            </a:r>
          </a:p>
          <a:p>
            <a:pPr lvl="2"/>
            <a:r>
              <a:rPr lang="en-AU" sz="1700"/>
              <a:t>Their professional identities (as staff we play a major role in this)</a:t>
            </a:r>
          </a:p>
        </p:txBody>
      </p:sp>
    </p:spTree>
    <p:extLst>
      <p:ext uri="{BB962C8B-B14F-4D97-AF65-F5344CB8AC3E}">
        <p14:creationId xmlns:p14="http://schemas.microsoft.com/office/powerpoint/2010/main" val="18140684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8D33C21-E05D-D2DA-34E9-2F858259087B}"/>
              </a:ext>
            </a:extLst>
          </p:cNvPr>
          <p:cNvSpPr>
            <a:spLocks noGrp="1"/>
          </p:cNvSpPr>
          <p:nvPr>
            <p:ph type="title"/>
          </p:nvPr>
        </p:nvSpPr>
        <p:spPr>
          <a:xfrm>
            <a:off x="838200" y="365125"/>
            <a:ext cx="10515600" cy="1325563"/>
          </a:xfrm>
        </p:spPr>
        <p:txBody>
          <a:bodyPr>
            <a:normAutofit/>
          </a:bodyPr>
          <a:lstStyle/>
          <a:p>
            <a:r>
              <a:rPr lang="en-AU" sz="5000"/>
              <a:t>Our role in psychosocial development</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EAD663B0-DFF0-D85C-15D2-426815384FA2}"/>
              </a:ext>
            </a:extLst>
          </p:cNvPr>
          <p:cNvSpPr>
            <a:spLocks noGrp="1"/>
          </p:cNvSpPr>
          <p:nvPr>
            <p:ph idx="1"/>
          </p:nvPr>
        </p:nvSpPr>
        <p:spPr>
          <a:xfrm>
            <a:off x="838200" y="1929384"/>
            <a:ext cx="10515600" cy="4251960"/>
          </a:xfrm>
        </p:spPr>
        <p:txBody>
          <a:bodyPr>
            <a:normAutofit/>
          </a:bodyPr>
          <a:lstStyle/>
          <a:p>
            <a:r>
              <a:rPr lang="en-AU" sz="900"/>
              <a:t>In a classroom</a:t>
            </a:r>
          </a:p>
          <a:p>
            <a:pPr lvl="1"/>
            <a:r>
              <a:rPr lang="en-AU" sz="900"/>
              <a:t>Staff = authority figure</a:t>
            </a:r>
          </a:p>
          <a:p>
            <a:pPr lvl="1"/>
            <a:r>
              <a:rPr lang="en-AU" sz="900"/>
              <a:t>Student = developing identity within that authority structure </a:t>
            </a:r>
          </a:p>
          <a:p>
            <a:r>
              <a:rPr lang="en-AU" sz="900"/>
              <a:t>This creates natural tension:</a:t>
            </a:r>
          </a:p>
          <a:p>
            <a:pPr lvl="1"/>
            <a:r>
              <a:rPr lang="en-AU" sz="900"/>
              <a:t>Students want autonomy and identity but must operate within rules and expectations</a:t>
            </a:r>
          </a:p>
          <a:p>
            <a:r>
              <a:rPr lang="en-AU" sz="900"/>
              <a:t>How this effects behaviour</a:t>
            </a:r>
          </a:p>
          <a:p>
            <a:pPr lvl="1"/>
            <a:r>
              <a:rPr lang="en-AU" sz="900"/>
              <a:t>When psychosocial needs are not met, students may respond to authority in different ways (or even develop based off staff example)</a:t>
            </a:r>
          </a:p>
          <a:p>
            <a:pPr lvl="2"/>
            <a:r>
              <a:rPr lang="en-AU" sz="900"/>
              <a:t>Watch out for </a:t>
            </a:r>
          </a:p>
          <a:p>
            <a:pPr lvl="3"/>
            <a:r>
              <a:rPr lang="en-AU" sz="900" b="1"/>
              <a:t>Submission/Compliance </a:t>
            </a:r>
            <a:r>
              <a:rPr lang="en-AU" sz="900"/>
              <a:t>(agrees quickly, avoids conflict, appears “cooperative”)</a:t>
            </a:r>
          </a:p>
          <a:p>
            <a:pPr lvl="4"/>
            <a:r>
              <a:rPr lang="en-AU" sz="900"/>
              <a:t>Possibly underlying factors are low confidence, fear of negative judgement, desire of approval, uncertainty of identity</a:t>
            </a:r>
          </a:p>
          <a:p>
            <a:pPr lvl="3"/>
            <a:r>
              <a:rPr lang="en-AU" sz="900" b="1"/>
              <a:t>Withdrawal / disengagement </a:t>
            </a:r>
            <a:r>
              <a:rPr lang="en-AU" sz="900"/>
              <a:t>(shuts down, avoids interaction, minimal responses)</a:t>
            </a:r>
          </a:p>
          <a:p>
            <a:pPr lvl="4"/>
            <a:r>
              <a:rPr lang="en-AU" sz="900"/>
              <a:t>Possible drivers are feeling overwhelmed, feeling misunderstood, fear of embarrassment/failure</a:t>
            </a:r>
          </a:p>
          <a:p>
            <a:pPr lvl="3"/>
            <a:r>
              <a:rPr lang="en-AU" sz="900" b="1"/>
              <a:t>Resistance / defiance </a:t>
            </a:r>
            <a:r>
              <a:rPr lang="en-AU" sz="900"/>
              <a:t>(challenges authority, argues or refuses, escalates) </a:t>
            </a:r>
          </a:p>
          <a:p>
            <a:pPr lvl="4"/>
            <a:r>
              <a:rPr lang="en-AU" sz="900"/>
              <a:t>Possible drivers are perceived threats to identity, feeling controlled or disrespected, need to assert independence </a:t>
            </a:r>
          </a:p>
          <a:p>
            <a:pPr marL="0" indent="0">
              <a:buNone/>
            </a:pPr>
            <a:r>
              <a:rPr lang="en-AU" sz="900" b="1"/>
              <a:t>IDENTITY CHALLENGE + AUTHORITY PRESSURE = ESCELATION</a:t>
            </a:r>
          </a:p>
          <a:p>
            <a:r>
              <a:rPr lang="en-AU" sz="900"/>
              <a:t>As we are authority figures, every interaction with a student contributes to their identity. Which will either reinforce confidence or reinforce doubt </a:t>
            </a:r>
          </a:p>
          <a:p>
            <a:r>
              <a:rPr lang="en-AU" sz="900"/>
              <a:t>This is no different to healthcare and patient interaction. </a:t>
            </a:r>
          </a:p>
          <a:p>
            <a:r>
              <a:rPr lang="en-AU" sz="900"/>
              <a:t>We must be mindful of how we present our professionalism, how we apply authority, and what models we reinforce. </a:t>
            </a:r>
          </a:p>
          <a:p>
            <a:r>
              <a:rPr lang="en-AU" sz="900"/>
              <a:t>Because students are not just learning content, they are learning how respond to authority, how to see themselves, how to behave under pressure, and how their authority figures do the same. </a:t>
            </a:r>
          </a:p>
          <a:p>
            <a:endParaRPr lang="en-AU" sz="900" b="1"/>
          </a:p>
        </p:txBody>
      </p:sp>
    </p:spTree>
    <p:extLst>
      <p:ext uri="{BB962C8B-B14F-4D97-AF65-F5344CB8AC3E}">
        <p14:creationId xmlns:p14="http://schemas.microsoft.com/office/powerpoint/2010/main" val="11829849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FBC16FD-6DA8-87E4-11F0-71F5AA7CCAA3}"/>
              </a:ext>
            </a:extLst>
          </p:cNvPr>
          <p:cNvSpPr>
            <a:spLocks noGrp="1"/>
          </p:cNvSpPr>
          <p:nvPr>
            <p:ph type="title"/>
          </p:nvPr>
        </p:nvSpPr>
        <p:spPr>
          <a:xfrm>
            <a:off x="838200" y="365125"/>
            <a:ext cx="10515600" cy="1325563"/>
          </a:xfrm>
        </p:spPr>
        <p:txBody>
          <a:bodyPr>
            <a:normAutofit/>
          </a:bodyPr>
          <a:lstStyle/>
          <a:p>
            <a:r>
              <a:rPr lang="en-AU" sz="4200" b="1"/>
              <a:t>GOLDEN RULE NUMBER 3 – THREAT MODEL!</a:t>
            </a:r>
            <a:endParaRPr lang="en-AU" sz="4200"/>
          </a:p>
        </p:txBody>
      </p:sp>
      <p:sp>
        <p:nvSpPr>
          <p:cNvPr id="15"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8D938220-E9CB-F339-A223-9EDE55797052}"/>
              </a:ext>
            </a:extLst>
          </p:cNvPr>
          <p:cNvSpPr>
            <a:spLocks noGrp="1"/>
          </p:cNvSpPr>
          <p:nvPr>
            <p:ph idx="1"/>
          </p:nvPr>
        </p:nvSpPr>
        <p:spPr>
          <a:xfrm>
            <a:off x="838200" y="1929384"/>
            <a:ext cx="10515600" cy="4251960"/>
          </a:xfrm>
        </p:spPr>
        <p:txBody>
          <a:bodyPr>
            <a:normAutofit/>
          </a:bodyPr>
          <a:lstStyle/>
          <a:p>
            <a:r>
              <a:rPr lang="en-AU" sz="1200"/>
              <a:t>A link between cyber security and healthcare is threat modelling / the clinical reasoning cycle!</a:t>
            </a:r>
          </a:p>
          <a:p>
            <a:r>
              <a:rPr lang="en-AU" sz="1200"/>
              <a:t>In healthcare we order ACTUAL and POTENTIAL risks by level of impact </a:t>
            </a:r>
          </a:p>
          <a:p>
            <a:r>
              <a:rPr lang="en-AU" sz="1200"/>
              <a:t>E.g. A student/patient complains of chest pain.</a:t>
            </a:r>
          </a:p>
          <a:p>
            <a:pPr marL="914400" lvl="1" indent="-457200">
              <a:buFont typeface="+mj-lt"/>
              <a:buAutoNum type="arabicPeriod"/>
            </a:pPr>
            <a:r>
              <a:rPr lang="en-AU" sz="1200"/>
              <a:t>Rule out life threatening causes (threat = possible heart attack)</a:t>
            </a:r>
          </a:p>
          <a:p>
            <a:pPr lvl="2"/>
            <a:r>
              <a:rPr lang="en-AU" sz="1200"/>
              <a:t>Mitigation/testing: ECG + blood tests + strong pain killer + aspirin</a:t>
            </a:r>
          </a:p>
          <a:p>
            <a:pPr marL="914400" lvl="1" indent="-457200">
              <a:buFont typeface="+mj-lt"/>
              <a:buAutoNum type="arabicPeriod"/>
            </a:pPr>
            <a:r>
              <a:rPr lang="en-AU" sz="1200"/>
              <a:t>Consider other serious causes (threat = lung issues)</a:t>
            </a:r>
          </a:p>
          <a:p>
            <a:pPr lvl="2"/>
            <a:r>
              <a:rPr lang="en-AU" sz="1200"/>
              <a:t>Mitigation/testing: Chest x-ray (checks heart and lungs) </a:t>
            </a:r>
          </a:p>
          <a:p>
            <a:pPr marL="914400" lvl="1" indent="-457200">
              <a:buFont typeface="+mj-lt"/>
              <a:buAutoNum type="arabicPeriod"/>
            </a:pPr>
            <a:r>
              <a:rPr lang="en-AU" sz="1200"/>
              <a:t>Lower risk possibilities (threat = gastric causes) </a:t>
            </a:r>
          </a:p>
          <a:p>
            <a:pPr lvl="2"/>
            <a:r>
              <a:rPr lang="en-AU" sz="1200"/>
              <a:t>Mitigation/testing = Trial treatments (antacids) and watch response</a:t>
            </a:r>
          </a:p>
          <a:p>
            <a:pPr marL="914400" lvl="1" indent="-457200">
              <a:buFont typeface="+mj-lt"/>
              <a:buAutoNum type="arabicPeriod"/>
            </a:pPr>
            <a:r>
              <a:rPr lang="en-AU" sz="1200"/>
              <a:t>Once all major risks ruled out </a:t>
            </a:r>
          </a:p>
          <a:p>
            <a:pPr marL="1371600" lvl="2" indent="-457200">
              <a:buFont typeface="+mj-lt"/>
              <a:buAutoNum type="arabicPeriod"/>
            </a:pPr>
            <a:r>
              <a:rPr lang="en-AU" sz="1200"/>
              <a:t>Threat = consider anxiety / panic response</a:t>
            </a:r>
          </a:p>
          <a:p>
            <a:pPr marL="1371600" lvl="2" indent="-457200">
              <a:buFont typeface="+mj-lt"/>
              <a:buAutoNum type="arabicPeriod"/>
            </a:pPr>
            <a:r>
              <a:rPr lang="en-AU" sz="1200"/>
              <a:t>Mitigation = anti-anxiety medication </a:t>
            </a:r>
          </a:p>
          <a:p>
            <a:r>
              <a:rPr lang="en-AU" sz="1200"/>
              <a:t>Consider potential risks (including worst-case scenarios) without making assumptions, update your understanding as new information is gained.</a:t>
            </a:r>
          </a:p>
          <a:p>
            <a:r>
              <a:rPr lang="en-AU" sz="1200"/>
              <a:t>We do NOT assume the cause, we progressively rule out risk, we work from highest &gt; lowest risk</a:t>
            </a:r>
          </a:p>
          <a:p>
            <a:r>
              <a:rPr lang="en-AU" sz="1200" b="1"/>
              <a:t>CONSIDER RISKS &gt; PRIORITISE IMPACT &gt; UPDATE UNDERSTANDING WITH NEW INFO</a:t>
            </a:r>
          </a:p>
          <a:p>
            <a:r>
              <a:rPr lang="en-AU" sz="1200" b="1"/>
              <a:t>ANOTHER REMINDER: IMMINENT HARM TO SELF/OTHERS OVERRIDES ALL OTHER CONSIDERATIONS</a:t>
            </a:r>
          </a:p>
          <a:p>
            <a:endParaRPr lang="en-AU" sz="1200"/>
          </a:p>
        </p:txBody>
      </p:sp>
    </p:spTree>
    <p:extLst>
      <p:ext uri="{BB962C8B-B14F-4D97-AF65-F5344CB8AC3E}">
        <p14:creationId xmlns:p14="http://schemas.microsoft.com/office/powerpoint/2010/main" val="40701281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51EE2DD-847A-0E1A-733F-2A6B4457E9DC}"/>
              </a:ext>
            </a:extLst>
          </p:cNvPr>
          <p:cNvSpPr>
            <a:spLocks noGrp="1"/>
          </p:cNvSpPr>
          <p:nvPr>
            <p:ph type="title"/>
          </p:nvPr>
        </p:nvSpPr>
        <p:spPr>
          <a:xfrm>
            <a:off x="838200" y="365125"/>
            <a:ext cx="10515600" cy="1325563"/>
          </a:xfrm>
        </p:spPr>
        <p:txBody>
          <a:bodyPr>
            <a:normAutofit/>
          </a:bodyPr>
          <a:lstStyle/>
          <a:p>
            <a:r>
              <a:rPr lang="en-AU" sz="4200" b="1"/>
              <a:t>GOLDEN RULE 4 – SIDE CHANNELS (CHANGE FROM BASELINE BEHAVIOUR)</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3923F66F-E4FD-51C5-8354-39F847A89C20}"/>
              </a:ext>
            </a:extLst>
          </p:cNvPr>
          <p:cNvSpPr>
            <a:spLocks noGrp="1"/>
          </p:cNvSpPr>
          <p:nvPr>
            <p:ph idx="1"/>
          </p:nvPr>
        </p:nvSpPr>
        <p:spPr>
          <a:xfrm>
            <a:off x="838200" y="1929384"/>
            <a:ext cx="10515600" cy="4251960"/>
          </a:xfrm>
        </p:spPr>
        <p:txBody>
          <a:bodyPr>
            <a:normAutofit/>
          </a:bodyPr>
          <a:lstStyle/>
          <a:p>
            <a:r>
              <a:rPr lang="en-AU" sz="2200" dirty="0"/>
              <a:t>If a student is normally poorly groomed and dishevelled (like myself) it does not mean I am unwell. This is my baseline. </a:t>
            </a:r>
          </a:p>
          <a:p>
            <a:r>
              <a:rPr lang="en-AU" sz="2200" dirty="0"/>
              <a:t>Remember </a:t>
            </a:r>
            <a:r>
              <a:rPr lang="en-AU" sz="2200" dirty="0" err="1"/>
              <a:t>Locard’s</a:t>
            </a:r>
            <a:r>
              <a:rPr lang="en-AU" sz="2200" dirty="0"/>
              <a:t> Exchange Principle </a:t>
            </a:r>
          </a:p>
          <a:p>
            <a:pPr lvl="1"/>
            <a:r>
              <a:rPr lang="en-AU" sz="2200" dirty="0"/>
              <a:t>“every contact leaves a trace”</a:t>
            </a:r>
          </a:p>
          <a:p>
            <a:r>
              <a:rPr lang="en-AU" sz="2200" dirty="0"/>
              <a:t>Behaviour is data, not a diagnosis </a:t>
            </a:r>
          </a:p>
          <a:p>
            <a:r>
              <a:rPr lang="en-AU" sz="2200" b="1" dirty="0"/>
              <a:t>SIDE CHANNELS DO NOT CONFIRM CAUSE OR DISTRESS</a:t>
            </a:r>
          </a:p>
          <a:p>
            <a:r>
              <a:rPr lang="en-AU" sz="2200" b="1" dirty="0"/>
              <a:t>NOTICE CHANGE &gt; STAY CURIOUS &gt; DO NOT ASSUME &gt; ADJUST RESPONSE</a:t>
            </a:r>
          </a:p>
          <a:p>
            <a:pPr marL="0" indent="0">
              <a:buNone/>
            </a:pPr>
            <a:endParaRPr lang="en-AU" sz="2200" dirty="0"/>
          </a:p>
          <a:p>
            <a:endParaRPr lang="en-AU" sz="2200" dirty="0"/>
          </a:p>
        </p:txBody>
      </p:sp>
    </p:spTree>
    <p:extLst>
      <p:ext uri="{BB962C8B-B14F-4D97-AF65-F5344CB8AC3E}">
        <p14:creationId xmlns:p14="http://schemas.microsoft.com/office/powerpoint/2010/main" val="2309404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36B6F70-5603-B72D-9115-CDCFF4BC10D7}"/>
              </a:ext>
            </a:extLst>
          </p:cNvPr>
          <p:cNvSpPr>
            <a:spLocks noGrp="1"/>
          </p:cNvSpPr>
          <p:nvPr>
            <p:ph type="title"/>
          </p:nvPr>
        </p:nvSpPr>
        <p:spPr>
          <a:xfrm>
            <a:off x="841248" y="548640"/>
            <a:ext cx="3600860" cy="5431536"/>
          </a:xfrm>
        </p:spPr>
        <p:txBody>
          <a:bodyPr>
            <a:normAutofit/>
          </a:bodyPr>
          <a:lstStyle/>
          <a:p>
            <a:r>
              <a:rPr lang="en-AU" sz="5400"/>
              <a:t>Appearance side channels!</a:t>
            </a:r>
          </a:p>
        </p:txBody>
      </p:sp>
      <p:sp>
        <p:nvSpPr>
          <p:cNvPr id="10"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3983" y="3258715"/>
            <a:ext cx="4480560" cy="18288"/>
          </a:xfrm>
          <a:custGeom>
            <a:avLst/>
            <a:gdLst>
              <a:gd name="csX0" fmla="*/ 0 w 4480560"/>
              <a:gd name="csY0" fmla="*/ 0 h 18288"/>
              <a:gd name="csX1" fmla="*/ 595274 w 4480560"/>
              <a:gd name="csY1" fmla="*/ 0 h 18288"/>
              <a:gd name="csX2" fmla="*/ 1100938 w 4480560"/>
              <a:gd name="csY2" fmla="*/ 0 h 18288"/>
              <a:gd name="csX3" fmla="*/ 1651406 w 4480560"/>
              <a:gd name="csY3" fmla="*/ 0 h 18288"/>
              <a:gd name="csX4" fmla="*/ 2336292 w 4480560"/>
              <a:gd name="csY4" fmla="*/ 0 h 18288"/>
              <a:gd name="csX5" fmla="*/ 2931566 w 4480560"/>
              <a:gd name="csY5" fmla="*/ 0 h 18288"/>
              <a:gd name="csX6" fmla="*/ 3482035 w 4480560"/>
              <a:gd name="csY6" fmla="*/ 0 h 18288"/>
              <a:gd name="csX7" fmla="*/ 4480560 w 4480560"/>
              <a:gd name="csY7" fmla="*/ 0 h 18288"/>
              <a:gd name="csX8" fmla="*/ 4480560 w 4480560"/>
              <a:gd name="csY8" fmla="*/ 18288 h 18288"/>
              <a:gd name="csX9" fmla="*/ 3840480 w 4480560"/>
              <a:gd name="csY9" fmla="*/ 18288 h 18288"/>
              <a:gd name="csX10" fmla="*/ 3290011 w 4480560"/>
              <a:gd name="csY10" fmla="*/ 18288 h 18288"/>
              <a:gd name="csX11" fmla="*/ 2560320 w 4480560"/>
              <a:gd name="csY11" fmla="*/ 18288 h 18288"/>
              <a:gd name="csX12" fmla="*/ 1965046 w 4480560"/>
              <a:gd name="csY12" fmla="*/ 18288 h 18288"/>
              <a:gd name="csX13" fmla="*/ 1459382 w 4480560"/>
              <a:gd name="csY13" fmla="*/ 18288 h 18288"/>
              <a:gd name="csX14" fmla="*/ 774497 w 4480560"/>
              <a:gd name="csY14" fmla="*/ 18288 h 18288"/>
              <a:gd name="csX15" fmla="*/ 0 w 4480560"/>
              <a:gd name="csY15" fmla="*/ 18288 h 18288"/>
              <a:gd name="csX16" fmla="*/ 0 w 448056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480560" h="18288"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w="4480560" h="18288"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EA8C0E4E-F9EC-8A1A-2392-195B6ACD7D96}"/>
              </a:ext>
            </a:extLst>
          </p:cNvPr>
          <p:cNvSpPr>
            <a:spLocks noGrp="1"/>
          </p:cNvSpPr>
          <p:nvPr>
            <p:ph idx="1"/>
          </p:nvPr>
        </p:nvSpPr>
        <p:spPr>
          <a:xfrm>
            <a:off x="5126418" y="552091"/>
            <a:ext cx="6224335" cy="5431536"/>
          </a:xfrm>
        </p:spPr>
        <p:txBody>
          <a:bodyPr anchor="ctr">
            <a:normAutofit/>
          </a:bodyPr>
          <a:lstStyle/>
          <a:p>
            <a:pPr lvl="1"/>
            <a:r>
              <a:rPr lang="en-AU" sz="1500"/>
              <a:t>Change in grooming/dishevelled appearance </a:t>
            </a:r>
          </a:p>
          <a:p>
            <a:pPr lvl="2"/>
            <a:r>
              <a:rPr lang="en-AU" sz="1500"/>
              <a:t>A strong trauma informed question can be “Cool shirt, I haven’t seen that one before, does it have a special meaning to you”?</a:t>
            </a:r>
          </a:p>
          <a:p>
            <a:pPr lvl="3"/>
            <a:r>
              <a:rPr lang="en-AU" sz="1500"/>
              <a:t>You may find out that it has no meaning or the meaning is no indication of changed state (eg. Every 4 weeks I lose a bet and must dress like this/I ran out of clean clothes – which can be another side channel!)</a:t>
            </a:r>
          </a:p>
          <a:p>
            <a:pPr lvl="3"/>
            <a:r>
              <a:rPr lang="en-AU" sz="1500"/>
              <a:t>But you may also strike gold “this shirt makes me feel happy”</a:t>
            </a:r>
          </a:p>
          <a:p>
            <a:pPr lvl="2"/>
            <a:r>
              <a:rPr lang="en-AU" sz="1500"/>
              <a:t>Avoid: “you usually dress so well”</a:t>
            </a:r>
          </a:p>
          <a:p>
            <a:pPr lvl="1"/>
            <a:r>
              <a:rPr lang="en-AU" sz="1500"/>
              <a:t>Wearing long sleeved clothing on warm days (or wearing clothing that is inappropriate to climate/culture/setting). </a:t>
            </a:r>
          </a:p>
          <a:p>
            <a:pPr lvl="2"/>
            <a:r>
              <a:rPr lang="en-AU" sz="1500"/>
              <a:t>Eg. Long sleeves/jumper on a warm day</a:t>
            </a:r>
          </a:p>
          <a:p>
            <a:pPr lvl="2"/>
            <a:r>
              <a:rPr lang="en-AU" sz="1500"/>
              <a:t>May indicate underlying concerns (eg concealment of injuries/self harm)</a:t>
            </a:r>
          </a:p>
          <a:p>
            <a:pPr lvl="3"/>
            <a:r>
              <a:rPr lang="en-AU" sz="1500"/>
              <a:t>Consider: </a:t>
            </a:r>
          </a:p>
          <a:p>
            <a:pPr lvl="4"/>
            <a:r>
              <a:rPr lang="en-AU" sz="1500"/>
              <a:t>Use of ‘blood thinners’ (bruise easily)</a:t>
            </a:r>
          </a:p>
          <a:p>
            <a:pPr lvl="4"/>
            <a:r>
              <a:rPr lang="en-AU" sz="1500"/>
              <a:t>Anaemic (bruise and bleed easily) </a:t>
            </a:r>
          </a:p>
          <a:p>
            <a:pPr lvl="1"/>
            <a:r>
              <a:rPr lang="en-AU" sz="1500" b="1"/>
              <a:t>A change in appearance is an invitation to be curious not a diagnosis</a:t>
            </a:r>
          </a:p>
        </p:txBody>
      </p:sp>
    </p:spTree>
    <p:extLst>
      <p:ext uri="{BB962C8B-B14F-4D97-AF65-F5344CB8AC3E}">
        <p14:creationId xmlns:p14="http://schemas.microsoft.com/office/powerpoint/2010/main" val="11819714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0A5DEAF-ED6F-00AF-4365-3F92BCB9505A}"/>
              </a:ext>
            </a:extLst>
          </p:cNvPr>
          <p:cNvSpPr>
            <a:spLocks noGrp="1"/>
          </p:cNvSpPr>
          <p:nvPr>
            <p:ph type="title"/>
          </p:nvPr>
        </p:nvSpPr>
        <p:spPr>
          <a:xfrm>
            <a:off x="841248" y="548640"/>
            <a:ext cx="3600860" cy="5431536"/>
          </a:xfrm>
        </p:spPr>
        <p:txBody>
          <a:bodyPr>
            <a:normAutofit/>
          </a:bodyPr>
          <a:lstStyle/>
          <a:p>
            <a:r>
              <a:rPr lang="en-AU" sz="5400"/>
              <a:t>Behavioural side channels </a:t>
            </a:r>
          </a:p>
        </p:txBody>
      </p:sp>
      <p:sp>
        <p:nvSpPr>
          <p:cNvPr id="10"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3983" y="3258715"/>
            <a:ext cx="4480560" cy="18288"/>
          </a:xfrm>
          <a:custGeom>
            <a:avLst/>
            <a:gdLst>
              <a:gd name="csX0" fmla="*/ 0 w 4480560"/>
              <a:gd name="csY0" fmla="*/ 0 h 18288"/>
              <a:gd name="csX1" fmla="*/ 595274 w 4480560"/>
              <a:gd name="csY1" fmla="*/ 0 h 18288"/>
              <a:gd name="csX2" fmla="*/ 1100938 w 4480560"/>
              <a:gd name="csY2" fmla="*/ 0 h 18288"/>
              <a:gd name="csX3" fmla="*/ 1651406 w 4480560"/>
              <a:gd name="csY3" fmla="*/ 0 h 18288"/>
              <a:gd name="csX4" fmla="*/ 2336292 w 4480560"/>
              <a:gd name="csY4" fmla="*/ 0 h 18288"/>
              <a:gd name="csX5" fmla="*/ 2931566 w 4480560"/>
              <a:gd name="csY5" fmla="*/ 0 h 18288"/>
              <a:gd name="csX6" fmla="*/ 3482035 w 4480560"/>
              <a:gd name="csY6" fmla="*/ 0 h 18288"/>
              <a:gd name="csX7" fmla="*/ 4480560 w 4480560"/>
              <a:gd name="csY7" fmla="*/ 0 h 18288"/>
              <a:gd name="csX8" fmla="*/ 4480560 w 4480560"/>
              <a:gd name="csY8" fmla="*/ 18288 h 18288"/>
              <a:gd name="csX9" fmla="*/ 3840480 w 4480560"/>
              <a:gd name="csY9" fmla="*/ 18288 h 18288"/>
              <a:gd name="csX10" fmla="*/ 3290011 w 4480560"/>
              <a:gd name="csY10" fmla="*/ 18288 h 18288"/>
              <a:gd name="csX11" fmla="*/ 2560320 w 4480560"/>
              <a:gd name="csY11" fmla="*/ 18288 h 18288"/>
              <a:gd name="csX12" fmla="*/ 1965046 w 4480560"/>
              <a:gd name="csY12" fmla="*/ 18288 h 18288"/>
              <a:gd name="csX13" fmla="*/ 1459382 w 4480560"/>
              <a:gd name="csY13" fmla="*/ 18288 h 18288"/>
              <a:gd name="csX14" fmla="*/ 774497 w 4480560"/>
              <a:gd name="csY14" fmla="*/ 18288 h 18288"/>
              <a:gd name="csX15" fmla="*/ 0 w 4480560"/>
              <a:gd name="csY15" fmla="*/ 18288 h 18288"/>
              <a:gd name="csX16" fmla="*/ 0 w 448056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480560" h="18288"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w="4480560" h="18288"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F4035ED0-2D92-2FF5-ECFB-28DD719F6FF8}"/>
              </a:ext>
            </a:extLst>
          </p:cNvPr>
          <p:cNvSpPr>
            <a:spLocks noGrp="1"/>
          </p:cNvSpPr>
          <p:nvPr>
            <p:ph idx="1"/>
          </p:nvPr>
        </p:nvSpPr>
        <p:spPr>
          <a:xfrm>
            <a:off x="5126418" y="552091"/>
            <a:ext cx="6224335" cy="5431536"/>
          </a:xfrm>
        </p:spPr>
        <p:txBody>
          <a:bodyPr anchor="ctr">
            <a:normAutofit/>
          </a:bodyPr>
          <a:lstStyle/>
          <a:p>
            <a:r>
              <a:rPr lang="en-AU" sz="1200"/>
              <a:t>Behaviour includes</a:t>
            </a:r>
          </a:p>
          <a:p>
            <a:pPr lvl="1"/>
            <a:r>
              <a:rPr lang="en-AU" sz="1200"/>
              <a:t>How a student is sitting or positioned (e.g. My baseline is I always slouch so don’t be afraid to call me out if I am suddenly sitting straight, even if the assumption is I am trying to correct posture)</a:t>
            </a:r>
          </a:p>
          <a:p>
            <a:pPr lvl="1"/>
            <a:r>
              <a:rPr lang="en-AU" sz="1200"/>
              <a:t>How a student interacts with staff and peers </a:t>
            </a:r>
          </a:p>
          <a:p>
            <a:pPr lvl="1"/>
            <a:r>
              <a:rPr lang="en-AU" sz="1200"/>
              <a:t>How they engage with tasks and expectations </a:t>
            </a:r>
          </a:p>
          <a:p>
            <a:r>
              <a:rPr lang="en-AU" sz="1200"/>
              <a:t>What to look out for </a:t>
            </a:r>
          </a:p>
          <a:p>
            <a:pPr lvl="1"/>
            <a:r>
              <a:rPr lang="en-AU" sz="1200"/>
              <a:t>Cooperation/politeness -&gt; resistance or refusal </a:t>
            </a:r>
          </a:p>
          <a:p>
            <a:pPr lvl="1"/>
            <a:r>
              <a:rPr lang="en-AU" sz="1200"/>
              <a:t>Engaged -&gt; withdrawal or avoidance </a:t>
            </a:r>
          </a:p>
          <a:p>
            <a:pPr lvl="1"/>
            <a:r>
              <a:rPr lang="en-AU" sz="1200"/>
              <a:t>Calm -&gt; restless, agitated, avoidance</a:t>
            </a:r>
          </a:p>
          <a:p>
            <a:pPr lvl="1"/>
            <a:r>
              <a:rPr lang="en-AU" sz="1200"/>
              <a:t>Consistent effort -&gt; sudden disengagement  </a:t>
            </a:r>
          </a:p>
          <a:p>
            <a:pPr lvl="1"/>
            <a:r>
              <a:rPr lang="en-AU" sz="1200"/>
              <a:t>Positioning</a:t>
            </a:r>
          </a:p>
          <a:p>
            <a:pPr lvl="2"/>
            <a:r>
              <a:rPr lang="en-AU" sz="1200"/>
              <a:t>Posture (eg if usually slumped, rigid, unusually still)</a:t>
            </a:r>
          </a:p>
          <a:p>
            <a:pPr lvl="2"/>
            <a:r>
              <a:rPr lang="en-AU" sz="1200"/>
              <a:t>Movement (restlessness, pacing, fidgeting/stimming – normal for ADHD/Autism but be mindful of increased fidgeting/stimming)</a:t>
            </a:r>
          </a:p>
          <a:p>
            <a:pPr lvl="2"/>
            <a:r>
              <a:rPr lang="en-AU" sz="1200"/>
              <a:t>Positioning (turning away, avoiding interaction)</a:t>
            </a:r>
          </a:p>
          <a:p>
            <a:r>
              <a:rPr lang="en-AU" sz="1200"/>
              <a:t>Behaviour is communication, especially when a student is unable to use words </a:t>
            </a:r>
          </a:p>
          <a:p>
            <a:r>
              <a:rPr lang="en-AU" sz="1200"/>
              <a:t>Students don’t just change behaviour, behaviour is an adaption to how they experience a situation</a:t>
            </a:r>
          </a:p>
          <a:p>
            <a:r>
              <a:rPr lang="en-AU" sz="1200" b="1"/>
              <a:t>NOTICE CHANGE &gt; CONSIDER CONTEXT &gt; DO NOT ASSUME &gt; ADJUST RESPONSE</a:t>
            </a:r>
          </a:p>
        </p:txBody>
      </p:sp>
    </p:spTree>
    <p:extLst>
      <p:ext uri="{BB962C8B-B14F-4D97-AF65-F5344CB8AC3E}">
        <p14:creationId xmlns:p14="http://schemas.microsoft.com/office/powerpoint/2010/main" val="33011287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5289510-DF00-1653-8976-D08D074090BC}"/>
              </a:ext>
            </a:extLst>
          </p:cNvPr>
          <p:cNvSpPr>
            <a:spLocks noGrp="1"/>
          </p:cNvSpPr>
          <p:nvPr>
            <p:ph type="title"/>
          </p:nvPr>
        </p:nvSpPr>
        <p:spPr>
          <a:xfrm>
            <a:off x="841248" y="548640"/>
            <a:ext cx="3600860" cy="5431536"/>
          </a:xfrm>
        </p:spPr>
        <p:txBody>
          <a:bodyPr>
            <a:normAutofit/>
          </a:bodyPr>
          <a:lstStyle/>
          <a:p>
            <a:r>
              <a:rPr lang="en-AU" sz="5400"/>
              <a:t>Speech side channels </a:t>
            </a:r>
          </a:p>
        </p:txBody>
      </p:sp>
      <p:sp>
        <p:nvSpPr>
          <p:cNvPr id="10"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3983" y="3258715"/>
            <a:ext cx="4480560" cy="18288"/>
          </a:xfrm>
          <a:custGeom>
            <a:avLst/>
            <a:gdLst>
              <a:gd name="csX0" fmla="*/ 0 w 4480560"/>
              <a:gd name="csY0" fmla="*/ 0 h 18288"/>
              <a:gd name="csX1" fmla="*/ 595274 w 4480560"/>
              <a:gd name="csY1" fmla="*/ 0 h 18288"/>
              <a:gd name="csX2" fmla="*/ 1100938 w 4480560"/>
              <a:gd name="csY2" fmla="*/ 0 h 18288"/>
              <a:gd name="csX3" fmla="*/ 1651406 w 4480560"/>
              <a:gd name="csY3" fmla="*/ 0 h 18288"/>
              <a:gd name="csX4" fmla="*/ 2336292 w 4480560"/>
              <a:gd name="csY4" fmla="*/ 0 h 18288"/>
              <a:gd name="csX5" fmla="*/ 2931566 w 4480560"/>
              <a:gd name="csY5" fmla="*/ 0 h 18288"/>
              <a:gd name="csX6" fmla="*/ 3482035 w 4480560"/>
              <a:gd name="csY6" fmla="*/ 0 h 18288"/>
              <a:gd name="csX7" fmla="*/ 4480560 w 4480560"/>
              <a:gd name="csY7" fmla="*/ 0 h 18288"/>
              <a:gd name="csX8" fmla="*/ 4480560 w 4480560"/>
              <a:gd name="csY8" fmla="*/ 18288 h 18288"/>
              <a:gd name="csX9" fmla="*/ 3840480 w 4480560"/>
              <a:gd name="csY9" fmla="*/ 18288 h 18288"/>
              <a:gd name="csX10" fmla="*/ 3290011 w 4480560"/>
              <a:gd name="csY10" fmla="*/ 18288 h 18288"/>
              <a:gd name="csX11" fmla="*/ 2560320 w 4480560"/>
              <a:gd name="csY11" fmla="*/ 18288 h 18288"/>
              <a:gd name="csX12" fmla="*/ 1965046 w 4480560"/>
              <a:gd name="csY12" fmla="*/ 18288 h 18288"/>
              <a:gd name="csX13" fmla="*/ 1459382 w 4480560"/>
              <a:gd name="csY13" fmla="*/ 18288 h 18288"/>
              <a:gd name="csX14" fmla="*/ 774497 w 4480560"/>
              <a:gd name="csY14" fmla="*/ 18288 h 18288"/>
              <a:gd name="csX15" fmla="*/ 0 w 4480560"/>
              <a:gd name="csY15" fmla="*/ 18288 h 18288"/>
              <a:gd name="csX16" fmla="*/ 0 w 448056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480560" h="18288"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w="4480560" h="18288"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5941B70F-1F3D-CA4B-2A66-810310837572}"/>
              </a:ext>
            </a:extLst>
          </p:cNvPr>
          <p:cNvSpPr>
            <a:spLocks noGrp="1"/>
          </p:cNvSpPr>
          <p:nvPr>
            <p:ph idx="1"/>
          </p:nvPr>
        </p:nvSpPr>
        <p:spPr>
          <a:xfrm>
            <a:off x="5126418" y="552091"/>
            <a:ext cx="6224335" cy="5431536"/>
          </a:xfrm>
        </p:spPr>
        <p:txBody>
          <a:bodyPr anchor="ctr">
            <a:normAutofit/>
          </a:bodyPr>
          <a:lstStyle/>
          <a:p>
            <a:r>
              <a:rPr lang="en-AU" sz="1000"/>
              <a:t>What to look for (changes in how a student normally communicates)</a:t>
            </a:r>
          </a:p>
          <a:p>
            <a:pPr lvl="1"/>
            <a:r>
              <a:rPr lang="en-AU" sz="1000"/>
              <a:t>Sudden increase/decrease in talking </a:t>
            </a:r>
          </a:p>
          <a:p>
            <a:pPr lvl="1"/>
            <a:r>
              <a:rPr lang="en-AU" sz="1000"/>
              <a:t>Change in tone, pace, or volume </a:t>
            </a:r>
          </a:p>
          <a:p>
            <a:pPr lvl="1"/>
            <a:r>
              <a:rPr lang="en-AU" sz="1000"/>
              <a:t>Speech becoming</a:t>
            </a:r>
          </a:p>
          <a:p>
            <a:pPr lvl="2"/>
            <a:r>
              <a:rPr lang="en-AU" sz="1000"/>
              <a:t>More abrupt</a:t>
            </a:r>
          </a:p>
          <a:p>
            <a:pPr lvl="2"/>
            <a:r>
              <a:rPr lang="en-AU" sz="1000"/>
              <a:t>Less coherent</a:t>
            </a:r>
          </a:p>
          <a:p>
            <a:pPr lvl="2"/>
            <a:r>
              <a:rPr lang="en-AU" sz="1000"/>
              <a:t>Unusually quiet or loud</a:t>
            </a:r>
          </a:p>
          <a:p>
            <a:pPr lvl="2"/>
            <a:r>
              <a:rPr lang="en-AU" sz="1000"/>
              <a:t>Pressured (rapid, hard to interpret) </a:t>
            </a:r>
          </a:p>
          <a:p>
            <a:pPr lvl="1"/>
            <a:r>
              <a:rPr lang="en-AU" sz="1000"/>
              <a:t>Note: Computer science environments have higher prevalence neurodivergent and introverted students, what matters is </a:t>
            </a:r>
            <a:r>
              <a:rPr lang="en-AU" sz="1000" b="1"/>
              <a:t>CHANGE FROM BASELINE</a:t>
            </a:r>
          </a:p>
          <a:p>
            <a:pPr lvl="1"/>
            <a:r>
              <a:rPr lang="en-AU" sz="1000"/>
              <a:t>Examples of change </a:t>
            </a:r>
          </a:p>
          <a:p>
            <a:pPr lvl="2"/>
            <a:r>
              <a:rPr lang="en-AU" sz="1000"/>
              <a:t>Normally quiet -&gt; suddenly talkative or reactive </a:t>
            </a:r>
          </a:p>
          <a:p>
            <a:pPr lvl="2"/>
            <a:r>
              <a:rPr lang="en-AU" sz="1000"/>
              <a:t>Normally engaged -&gt; minimal or one-word responses </a:t>
            </a:r>
          </a:p>
          <a:p>
            <a:pPr lvl="2"/>
            <a:r>
              <a:rPr lang="en-AU" sz="1000"/>
              <a:t>Normally structured -&gt; disorganised or fragmented speech </a:t>
            </a:r>
          </a:p>
          <a:p>
            <a:pPr lvl="2"/>
            <a:r>
              <a:rPr lang="en-AU" sz="1000"/>
              <a:t>Normally direct -&gt; unusually defensive or withdrawn </a:t>
            </a:r>
          </a:p>
          <a:p>
            <a:pPr lvl="1"/>
            <a:r>
              <a:rPr lang="en-AU" sz="1000"/>
              <a:t>Trauma-informed approach</a:t>
            </a:r>
          </a:p>
          <a:p>
            <a:pPr lvl="2"/>
            <a:r>
              <a:rPr lang="en-AU" sz="1000"/>
              <a:t>Use supportive, non-threatening language </a:t>
            </a:r>
          </a:p>
          <a:p>
            <a:pPr lvl="2"/>
            <a:r>
              <a:rPr lang="en-AU" sz="1000"/>
              <a:t>“You seem bit quieter than usual, how are you going?”</a:t>
            </a:r>
          </a:p>
          <a:p>
            <a:pPr lvl="2"/>
            <a:r>
              <a:rPr lang="en-AU" sz="1000"/>
              <a:t>“Want me to walk through that again?”</a:t>
            </a:r>
          </a:p>
          <a:p>
            <a:pPr lvl="1"/>
            <a:r>
              <a:rPr lang="en-AU" sz="1000"/>
              <a:t>Avoid</a:t>
            </a:r>
          </a:p>
          <a:p>
            <a:pPr lvl="2"/>
            <a:r>
              <a:rPr lang="en-AU" sz="1000"/>
              <a:t>Forcing interaction</a:t>
            </a:r>
          </a:p>
          <a:p>
            <a:pPr lvl="2"/>
            <a:r>
              <a:rPr lang="en-AU" sz="1000"/>
              <a:t>Interrupting or talking over</a:t>
            </a:r>
          </a:p>
          <a:p>
            <a:pPr lvl="2"/>
            <a:r>
              <a:rPr lang="en-AU" sz="1000"/>
              <a:t>Interpreting tone as attitude </a:t>
            </a:r>
          </a:p>
          <a:p>
            <a:pPr lvl="1"/>
            <a:r>
              <a:rPr lang="en-AU" sz="1000"/>
              <a:t>Insights</a:t>
            </a:r>
          </a:p>
          <a:p>
            <a:pPr lvl="2"/>
            <a:r>
              <a:rPr lang="en-AU" sz="1000"/>
              <a:t>Silence != disengagement </a:t>
            </a:r>
          </a:p>
          <a:p>
            <a:pPr lvl="2"/>
            <a:r>
              <a:rPr lang="en-AU" sz="1000"/>
              <a:t>Direct communication != disrespect </a:t>
            </a:r>
          </a:p>
          <a:p>
            <a:pPr lvl="2"/>
            <a:r>
              <a:rPr lang="en-AU" sz="1000"/>
              <a:t>Changes in communication = </a:t>
            </a:r>
            <a:r>
              <a:rPr lang="en-AU" sz="1000" b="1"/>
              <a:t>IMPORTANT DATA </a:t>
            </a:r>
          </a:p>
        </p:txBody>
      </p:sp>
    </p:spTree>
    <p:extLst>
      <p:ext uri="{BB962C8B-B14F-4D97-AF65-F5344CB8AC3E}">
        <p14:creationId xmlns:p14="http://schemas.microsoft.com/office/powerpoint/2010/main" val="29043938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6280880-54AE-CE29-0FA7-6CD91985AC48}"/>
              </a:ext>
            </a:extLst>
          </p:cNvPr>
          <p:cNvSpPr>
            <a:spLocks noGrp="1"/>
          </p:cNvSpPr>
          <p:nvPr>
            <p:ph type="title"/>
          </p:nvPr>
        </p:nvSpPr>
        <p:spPr>
          <a:xfrm>
            <a:off x="841248" y="548640"/>
            <a:ext cx="3600860" cy="5431536"/>
          </a:xfrm>
        </p:spPr>
        <p:txBody>
          <a:bodyPr>
            <a:normAutofit/>
          </a:bodyPr>
          <a:lstStyle/>
          <a:p>
            <a:r>
              <a:rPr lang="en-AU" sz="3800"/>
              <a:t>A quick note on neurodivergence baseline</a:t>
            </a:r>
          </a:p>
        </p:txBody>
      </p:sp>
      <p:sp>
        <p:nvSpPr>
          <p:cNvPr id="10"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3983" y="3258715"/>
            <a:ext cx="4480560" cy="18288"/>
          </a:xfrm>
          <a:custGeom>
            <a:avLst/>
            <a:gdLst>
              <a:gd name="csX0" fmla="*/ 0 w 4480560"/>
              <a:gd name="csY0" fmla="*/ 0 h 18288"/>
              <a:gd name="csX1" fmla="*/ 595274 w 4480560"/>
              <a:gd name="csY1" fmla="*/ 0 h 18288"/>
              <a:gd name="csX2" fmla="*/ 1100938 w 4480560"/>
              <a:gd name="csY2" fmla="*/ 0 h 18288"/>
              <a:gd name="csX3" fmla="*/ 1651406 w 4480560"/>
              <a:gd name="csY3" fmla="*/ 0 h 18288"/>
              <a:gd name="csX4" fmla="*/ 2336292 w 4480560"/>
              <a:gd name="csY4" fmla="*/ 0 h 18288"/>
              <a:gd name="csX5" fmla="*/ 2931566 w 4480560"/>
              <a:gd name="csY5" fmla="*/ 0 h 18288"/>
              <a:gd name="csX6" fmla="*/ 3482035 w 4480560"/>
              <a:gd name="csY6" fmla="*/ 0 h 18288"/>
              <a:gd name="csX7" fmla="*/ 4480560 w 4480560"/>
              <a:gd name="csY7" fmla="*/ 0 h 18288"/>
              <a:gd name="csX8" fmla="*/ 4480560 w 4480560"/>
              <a:gd name="csY8" fmla="*/ 18288 h 18288"/>
              <a:gd name="csX9" fmla="*/ 3840480 w 4480560"/>
              <a:gd name="csY9" fmla="*/ 18288 h 18288"/>
              <a:gd name="csX10" fmla="*/ 3290011 w 4480560"/>
              <a:gd name="csY10" fmla="*/ 18288 h 18288"/>
              <a:gd name="csX11" fmla="*/ 2560320 w 4480560"/>
              <a:gd name="csY11" fmla="*/ 18288 h 18288"/>
              <a:gd name="csX12" fmla="*/ 1965046 w 4480560"/>
              <a:gd name="csY12" fmla="*/ 18288 h 18288"/>
              <a:gd name="csX13" fmla="*/ 1459382 w 4480560"/>
              <a:gd name="csY13" fmla="*/ 18288 h 18288"/>
              <a:gd name="csX14" fmla="*/ 774497 w 4480560"/>
              <a:gd name="csY14" fmla="*/ 18288 h 18288"/>
              <a:gd name="csX15" fmla="*/ 0 w 4480560"/>
              <a:gd name="csY15" fmla="*/ 18288 h 18288"/>
              <a:gd name="csX16" fmla="*/ 0 w 448056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480560" h="18288"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w="4480560" h="18288"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BA61069A-266F-0580-EB2F-7CED667A8788}"/>
              </a:ext>
            </a:extLst>
          </p:cNvPr>
          <p:cNvSpPr>
            <a:spLocks noGrp="1"/>
          </p:cNvSpPr>
          <p:nvPr>
            <p:ph idx="1"/>
          </p:nvPr>
        </p:nvSpPr>
        <p:spPr>
          <a:xfrm>
            <a:off x="5126418" y="552091"/>
            <a:ext cx="6224335" cy="5431536"/>
          </a:xfrm>
        </p:spPr>
        <p:txBody>
          <a:bodyPr anchor="ctr">
            <a:normAutofit/>
          </a:bodyPr>
          <a:lstStyle/>
          <a:p>
            <a:r>
              <a:rPr lang="en-AU" sz="1900"/>
              <a:t>Neurodivergence can include</a:t>
            </a:r>
          </a:p>
          <a:p>
            <a:pPr lvl="1"/>
            <a:r>
              <a:rPr lang="en-AU" sz="1900"/>
              <a:t>ADHD</a:t>
            </a:r>
          </a:p>
          <a:p>
            <a:pPr lvl="1"/>
            <a:r>
              <a:rPr lang="en-AU" sz="1900"/>
              <a:t>Autism</a:t>
            </a:r>
          </a:p>
          <a:p>
            <a:pPr lvl="1"/>
            <a:r>
              <a:rPr lang="en-AU" sz="1900"/>
              <a:t>Anxiety-related conditions </a:t>
            </a:r>
          </a:p>
          <a:p>
            <a:pPr lvl="1"/>
            <a:r>
              <a:rPr lang="en-AU" sz="1900"/>
              <a:t>Other differences in communication and processing </a:t>
            </a:r>
          </a:p>
          <a:p>
            <a:r>
              <a:rPr lang="en-AU" sz="1900"/>
              <a:t>Many students will have </a:t>
            </a:r>
            <a:r>
              <a:rPr lang="en-AU" sz="1900" b="1"/>
              <a:t>non-typical communication and behaviour patterns</a:t>
            </a:r>
          </a:p>
          <a:p>
            <a:r>
              <a:rPr lang="en-AU" sz="1900"/>
              <a:t>Difference does not mean distress </a:t>
            </a:r>
          </a:p>
          <a:p>
            <a:r>
              <a:rPr lang="en-AU" sz="1900"/>
              <a:t>A student may </a:t>
            </a:r>
          </a:p>
          <a:p>
            <a:pPr lvl="1"/>
            <a:r>
              <a:rPr lang="en-AU" sz="1900"/>
              <a:t>Prefer minimal interaction </a:t>
            </a:r>
          </a:p>
          <a:p>
            <a:pPr lvl="1"/>
            <a:r>
              <a:rPr lang="en-AU" sz="1900"/>
              <a:t>Communicate very loudly </a:t>
            </a:r>
          </a:p>
          <a:p>
            <a:pPr lvl="1"/>
            <a:r>
              <a:rPr lang="en-AU" sz="1900"/>
              <a:t>Avoid eye contact </a:t>
            </a:r>
          </a:p>
          <a:p>
            <a:pPr lvl="1"/>
            <a:r>
              <a:rPr lang="en-AU" sz="1900"/>
              <a:t>Appear withdrawn </a:t>
            </a:r>
          </a:p>
          <a:p>
            <a:pPr lvl="1"/>
            <a:r>
              <a:rPr lang="en-AU" sz="1900"/>
              <a:t>Have poor control over their pitch </a:t>
            </a:r>
          </a:p>
          <a:p>
            <a:r>
              <a:rPr lang="en-AU" sz="1900"/>
              <a:t>This brings us to masking (next slide)</a:t>
            </a:r>
          </a:p>
        </p:txBody>
      </p:sp>
    </p:spTree>
    <p:extLst>
      <p:ext uri="{BB962C8B-B14F-4D97-AF65-F5344CB8AC3E}">
        <p14:creationId xmlns:p14="http://schemas.microsoft.com/office/powerpoint/2010/main" val="5819252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306FCC8-8560-2EAA-9B30-CCB816D7C530}"/>
              </a:ext>
            </a:extLst>
          </p:cNvPr>
          <p:cNvSpPr>
            <a:spLocks noGrp="1"/>
          </p:cNvSpPr>
          <p:nvPr>
            <p:ph type="title"/>
          </p:nvPr>
        </p:nvSpPr>
        <p:spPr>
          <a:xfrm>
            <a:off x="841248" y="548640"/>
            <a:ext cx="3600860" cy="5431536"/>
          </a:xfrm>
        </p:spPr>
        <p:txBody>
          <a:bodyPr>
            <a:normAutofit/>
          </a:bodyPr>
          <a:lstStyle/>
          <a:p>
            <a:r>
              <a:rPr lang="en-AU" sz="3800"/>
              <a:t>Neurodivergence and masking </a:t>
            </a:r>
          </a:p>
        </p:txBody>
      </p:sp>
      <p:sp>
        <p:nvSpPr>
          <p:cNvPr id="10"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3983" y="3258715"/>
            <a:ext cx="4480560" cy="18288"/>
          </a:xfrm>
          <a:custGeom>
            <a:avLst/>
            <a:gdLst>
              <a:gd name="csX0" fmla="*/ 0 w 4480560"/>
              <a:gd name="csY0" fmla="*/ 0 h 18288"/>
              <a:gd name="csX1" fmla="*/ 595274 w 4480560"/>
              <a:gd name="csY1" fmla="*/ 0 h 18288"/>
              <a:gd name="csX2" fmla="*/ 1100938 w 4480560"/>
              <a:gd name="csY2" fmla="*/ 0 h 18288"/>
              <a:gd name="csX3" fmla="*/ 1651406 w 4480560"/>
              <a:gd name="csY3" fmla="*/ 0 h 18288"/>
              <a:gd name="csX4" fmla="*/ 2336292 w 4480560"/>
              <a:gd name="csY4" fmla="*/ 0 h 18288"/>
              <a:gd name="csX5" fmla="*/ 2931566 w 4480560"/>
              <a:gd name="csY5" fmla="*/ 0 h 18288"/>
              <a:gd name="csX6" fmla="*/ 3482035 w 4480560"/>
              <a:gd name="csY6" fmla="*/ 0 h 18288"/>
              <a:gd name="csX7" fmla="*/ 4480560 w 4480560"/>
              <a:gd name="csY7" fmla="*/ 0 h 18288"/>
              <a:gd name="csX8" fmla="*/ 4480560 w 4480560"/>
              <a:gd name="csY8" fmla="*/ 18288 h 18288"/>
              <a:gd name="csX9" fmla="*/ 3840480 w 4480560"/>
              <a:gd name="csY9" fmla="*/ 18288 h 18288"/>
              <a:gd name="csX10" fmla="*/ 3290011 w 4480560"/>
              <a:gd name="csY10" fmla="*/ 18288 h 18288"/>
              <a:gd name="csX11" fmla="*/ 2560320 w 4480560"/>
              <a:gd name="csY11" fmla="*/ 18288 h 18288"/>
              <a:gd name="csX12" fmla="*/ 1965046 w 4480560"/>
              <a:gd name="csY12" fmla="*/ 18288 h 18288"/>
              <a:gd name="csX13" fmla="*/ 1459382 w 4480560"/>
              <a:gd name="csY13" fmla="*/ 18288 h 18288"/>
              <a:gd name="csX14" fmla="*/ 774497 w 4480560"/>
              <a:gd name="csY14" fmla="*/ 18288 h 18288"/>
              <a:gd name="csX15" fmla="*/ 0 w 4480560"/>
              <a:gd name="csY15" fmla="*/ 18288 h 18288"/>
              <a:gd name="csX16" fmla="*/ 0 w 448056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480560" h="18288"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w="4480560" h="18288"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AE9C36BC-9777-C10C-E219-704EBB5A56EF}"/>
              </a:ext>
            </a:extLst>
          </p:cNvPr>
          <p:cNvSpPr>
            <a:spLocks noGrp="1"/>
          </p:cNvSpPr>
          <p:nvPr>
            <p:ph idx="1"/>
          </p:nvPr>
        </p:nvSpPr>
        <p:spPr>
          <a:xfrm>
            <a:off x="5126418" y="552091"/>
            <a:ext cx="6224335" cy="5431536"/>
          </a:xfrm>
        </p:spPr>
        <p:txBody>
          <a:bodyPr anchor="ctr">
            <a:normAutofit/>
          </a:bodyPr>
          <a:lstStyle/>
          <a:p>
            <a:r>
              <a:rPr lang="en-AU" sz="1200" dirty="0"/>
              <a:t>What is masking </a:t>
            </a:r>
          </a:p>
          <a:p>
            <a:pPr lvl="1"/>
            <a:r>
              <a:rPr lang="en-AU" sz="1200" dirty="0"/>
              <a:t>Masking is un/consciously hiding difficulties (or symptoms) </a:t>
            </a:r>
          </a:p>
          <a:p>
            <a:pPr lvl="1"/>
            <a:r>
              <a:rPr lang="en-AU" sz="1200" dirty="0"/>
              <a:t>An attempt to imitate “typical” behaviour</a:t>
            </a:r>
          </a:p>
          <a:p>
            <a:pPr lvl="1"/>
            <a:r>
              <a:rPr lang="en-AU" sz="1200" dirty="0"/>
              <a:t>Tries to meet perceived expectations </a:t>
            </a:r>
          </a:p>
          <a:p>
            <a:pPr lvl="1"/>
            <a:r>
              <a:rPr lang="en-AU" sz="1200" dirty="0"/>
              <a:t>Is one of the dominant features of autism (but not restricted to autism)</a:t>
            </a:r>
          </a:p>
          <a:p>
            <a:r>
              <a:rPr lang="en-AU" sz="1200" dirty="0"/>
              <a:t>Why this matters</a:t>
            </a:r>
          </a:p>
          <a:p>
            <a:pPr lvl="1"/>
            <a:r>
              <a:rPr lang="en-AU" sz="1200" dirty="0"/>
              <a:t>Students may appear calm, engaged, or “fine”</a:t>
            </a:r>
          </a:p>
          <a:p>
            <a:pPr lvl="2"/>
            <a:r>
              <a:rPr lang="en-AU" sz="1200" dirty="0"/>
              <a:t>Some students are not calm, they are coping</a:t>
            </a:r>
          </a:p>
          <a:p>
            <a:pPr lvl="1"/>
            <a:r>
              <a:rPr lang="en-AU" sz="1200" dirty="0"/>
              <a:t>Still experience significant stress or overload </a:t>
            </a:r>
          </a:p>
          <a:p>
            <a:pPr lvl="1"/>
            <a:r>
              <a:rPr lang="en-AU" sz="1200" dirty="0"/>
              <a:t>Suddenly disengaged or escalate after prolonged effort</a:t>
            </a:r>
          </a:p>
          <a:p>
            <a:pPr lvl="1"/>
            <a:r>
              <a:rPr lang="en-AU" sz="1200" dirty="0"/>
              <a:t>Common pattern</a:t>
            </a:r>
          </a:p>
          <a:p>
            <a:pPr lvl="2"/>
            <a:r>
              <a:rPr lang="en-AU" sz="1200" b="1" dirty="0"/>
              <a:t>CAPACITY OVERLOAD &gt; MASK DROPS &gt; BEHAVIOUR CHANGES</a:t>
            </a:r>
          </a:p>
          <a:p>
            <a:r>
              <a:rPr lang="en-AU" sz="1200" b="1" dirty="0"/>
              <a:t>A very difficult nuance to be mindful of </a:t>
            </a:r>
          </a:p>
          <a:p>
            <a:pPr lvl="1"/>
            <a:r>
              <a:rPr lang="en-AU" sz="1200" dirty="0"/>
              <a:t>Dropping the mask is self-regulation which will appear as significant change to baseline for us but may be a very healthy thing for the student as it is a release of sustained effort!</a:t>
            </a:r>
          </a:p>
          <a:p>
            <a:r>
              <a:rPr lang="en-AU" sz="1200" dirty="0"/>
              <a:t>What to look out for as staff </a:t>
            </a:r>
          </a:p>
          <a:p>
            <a:pPr lvl="1"/>
            <a:r>
              <a:rPr lang="en-AU" sz="1200" dirty="0"/>
              <a:t>Loss of capacity, exhaustion, reduced ability to maintain “normal”</a:t>
            </a:r>
          </a:p>
          <a:p>
            <a:r>
              <a:rPr lang="en-AU" sz="1200" dirty="0"/>
              <a:t>This is not </a:t>
            </a:r>
          </a:p>
          <a:p>
            <a:pPr lvl="1"/>
            <a:r>
              <a:rPr lang="en-AU" sz="1200" dirty="0"/>
              <a:t>Attitude, intentional disruption</a:t>
            </a:r>
          </a:p>
        </p:txBody>
      </p:sp>
    </p:spTree>
    <p:extLst>
      <p:ext uri="{BB962C8B-B14F-4D97-AF65-F5344CB8AC3E}">
        <p14:creationId xmlns:p14="http://schemas.microsoft.com/office/powerpoint/2010/main" val="9817250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0D63A9D-F249-5918-DD6C-5626AA632B20}"/>
              </a:ext>
            </a:extLst>
          </p:cNvPr>
          <p:cNvSpPr>
            <a:spLocks noGrp="1"/>
          </p:cNvSpPr>
          <p:nvPr>
            <p:ph type="title"/>
          </p:nvPr>
        </p:nvSpPr>
        <p:spPr>
          <a:xfrm>
            <a:off x="841248" y="548640"/>
            <a:ext cx="3600860" cy="5431536"/>
          </a:xfrm>
        </p:spPr>
        <p:txBody>
          <a:bodyPr>
            <a:normAutofit/>
          </a:bodyPr>
          <a:lstStyle/>
          <a:p>
            <a:r>
              <a:rPr lang="en-AU" sz="5400"/>
              <a:t>Mood and affect side channels	</a:t>
            </a:r>
          </a:p>
        </p:txBody>
      </p:sp>
      <p:sp>
        <p:nvSpPr>
          <p:cNvPr id="10"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3983" y="3258715"/>
            <a:ext cx="4480560" cy="18288"/>
          </a:xfrm>
          <a:custGeom>
            <a:avLst/>
            <a:gdLst>
              <a:gd name="csX0" fmla="*/ 0 w 4480560"/>
              <a:gd name="csY0" fmla="*/ 0 h 18288"/>
              <a:gd name="csX1" fmla="*/ 595274 w 4480560"/>
              <a:gd name="csY1" fmla="*/ 0 h 18288"/>
              <a:gd name="csX2" fmla="*/ 1100938 w 4480560"/>
              <a:gd name="csY2" fmla="*/ 0 h 18288"/>
              <a:gd name="csX3" fmla="*/ 1651406 w 4480560"/>
              <a:gd name="csY3" fmla="*/ 0 h 18288"/>
              <a:gd name="csX4" fmla="*/ 2336292 w 4480560"/>
              <a:gd name="csY4" fmla="*/ 0 h 18288"/>
              <a:gd name="csX5" fmla="*/ 2931566 w 4480560"/>
              <a:gd name="csY5" fmla="*/ 0 h 18288"/>
              <a:gd name="csX6" fmla="*/ 3482035 w 4480560"/>
              <a:gd name="csY6" fmla="*/ 0 h 18288"/>
              <a:gd name="csX7" fmla="*/ 4480560 w 4480560"/>
              <a:gd name="csY7" fmla="*/ 0 h 18288"/>
              <a:gd name="csX8" fmla="*/ 4480560 w 4480560"/>
              <a:gd name="csY8" fmla="*/ 18288 h 18288"/>
              <a:gd name="csX9" fmla="*/ 3840480 w 4480560"/>
              <a:gd name="csY9" fmla="*/ 18288 h 18288"/>
              <a:gd name="csX10" fmla="*/ 3290011 w 4480560"/>
              <a:gd name="csY10" fmla="*/ 18288 h 18288"/>
              <a:gd name="csX11" fmla="*/ 2560320 w 4480560"/>
              <a:gd name="csY11" fmla="*/ 18288 h 18288"/>
              <a:gd name="csX12" fmla="*/ 1965046 w 4480560"/>
              <a:gd name="csY12" fmla="*/ 18288 h 18288"/>
              <a:gd name="csX13" fmla="*/ 1459382 w 4480560"/>
              <a:gd name="csY13" fmla="*/ 18288 h 18288"/>
              <a:gd name="csX14" fmla="*/ 774497 w 4480560"/>
              <a:gd name="csY14" fmla="*/ 18288 h 18288"/>
              <a:gd name="csX15" fmla="*/ 0 w 4480560"/>
              <a:gd name="csY15" fmla="*/ 18288 h 18288"/>
              <a:gd name="csX16" fmla="*/ 0 w 448056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480560" h="18288"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w="4480560" h="18288"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D2E3395F-714F-5487-AA37-875AEDAD526C}"/>
              </a:ext>
            </a:extLst>
          </p:cNvPr>
          <p:cNvSpPr>
            <a:spLocks noGrp="1"/>
          </p:cNvSpPr>
          <p:nvPr>
            <p:ph idx="1"/>
          </p:nvPr>
        </p:nvSpPr>
        <p:spPr>
          <a:xfrm>
            <a:off x="5126418" y="552091"/>
            <a:ext cx="6224335" cy="5431536"/>
          </a:xfrm>
        </p:spPr>
        <p:txBody>
          <a:bodyPr anchor="ctr">
            <a:normAutofit/>
          </a:bodyPr>
          <a:lstStyle/>
          <a:p>
            <a:r>
              <a:rPr lang="en-AU" sz="1200" dirty="0"/>
              <a:t>Mood = the person’s stated feeling (asking how are you when a student enters the room is the easiest way to assess baseline!)</a:t>
            </a:r>
          </a:p>
          <a:p>
            <a:r>
              <a:rPr lang="en-AU" sz="1200" dirty="0"/>
              <a:t>Affect = how their mood appears to us </a:t>
            </a:r>
          </a:p>
          <a:p>
            <a:pPr lvl="1"/>
            <a:r>
              <a:rPr lang="en-AU" sz="1200" dirty="0"/>
              <a:t>E.g. Say a student says “I am happy” but is also crying or frowning the affect we see is the crying and frowning!</a:t>
            </a:r>
          </a:p>
          <a:p>
            <a:pPr lvl="1"/>
            <a:r>
              <a:rPr lang="en-AU" sz="1200" dirty="0"/>
              <a:t>We look for </a:t>
            </a:r>
          </a:p>
          <a:p>
            <a:pPr lvl="2"/>
            <a:r>
              <a:rPr lang="en-AU" sz="1200" dirty="0"/>
              <a:t>Facial expression</a:t>
            </a:r>
          </a:p>
          <a:p>
            <a:pPr lvl="2"/>
            <a:r>
              <a:rPr lang="en-AU" sz="1200" dirty="0"/>
              <a:t>Body language</a:t>
            </a:r>
          </a:p>
          <a:p>
            <a:pPr lvl="2"/>
            <a:r>
              <a:rPr lang="en-AU" sz="1200" dirty="0"/>
              <a:t>Tone and behaviour </a:t>
            </a:r>
          </a:p>
          <a:p>
            <a:r>
              <a:rPr lang="en-AU" sz="1200" dirty="0"/>
              <a:t>What to look out for?</a:t>
            </a:r>
          </a:p>
          <a:p>
            <a:pPr lvl="1"/>
            <a:r>
              <a:rPr lang="en-AU" sz="1200" dirty="0"/>
              <a:t>When mood is incongruent with affect</a:t>
            </a:r>
          </a:p>
          <a:p>
            <a:pPr lvl="1"/>
            <a:r>
              <a:rPr lang="en-AU" sz="1200" dirty="0"/>
              <a:t>When mood is negative or low (compared to baseline)</a:t>
            </a:r>
          </a:p>
          <a:p>
            <a:r>
              <a:rPr lang="en-AU" sz="1200" dirty="0"/>
              <a:t>Some special edge cases</a:t>
            </a:r>
          </a:p>
          <a:p>
            <a:pPr lvl="1"/>
            <a:r>
              <a:rPr lang="en-AU" sz="1200" dirty="0"/>
              <a:t>Depression/Autism/Neurological conditions– usually a non-reactive affect with minimal body language cues </a:t>
            </a:r>
          </a:p>
          <a:p>
            <a:pPr lvl="1"/>
            <a:r>
              <a:rPr lang="en-AU" sz="1200" dirty="0"/>
              <a:t>Schizophrenia  - Can have a mask like affect (as if they are wearing a mask permanently)</a:t>
            </a:r>
          </a:p>
          <a:p>
            <a:pPr lvl="1"/>
            <a:r>
              <a:rPr lang="en-AU" sz="1200" b="1" dirty="0"/>
              <a:t>Reduced expression != absence of feeling </a:t>
            </a:r>
          </a:p>
          <a:p>
            <a:r>
              <a:rPr lang="en-AU" sz="1200" dirty="0"/>
              <a:t>A real difficulty with mood and affect </a:t>
            </a:r>
          </a:p>
          <a:p>
            <a:pPr lvl="1"/>
            <a:r>
              <a:rPr lang="en-AU" sz="1200" dirty="0"/>
              <a:t>Almost always people will reply with a positive mood word (happy, great, fine etc) unless in a psychological setting (office, mental ward etc) but even then, people naturally don’t want to disclose negative mood</a:t>
            </a:r>
          </a:p>
          <a:p>
            <a:r>
              <a:rPr lang="en-AU" sz="1200" b="1" dirty="0"/>
              <a:t>Trust what you observe, but always explore with curiosity</a:t>
            </a:r>
          </a:p>
        </p:txBody>
      </p:sp>
    </p:spTree>
    <p:extLst>
      <p:ext uri="{BB962C8B-B14F-4D97-AF65-F5344CB8AC3E}">
        <p14:creationId xmlns:p14="http://schemas.microsoft.com/office/powerpoint/2010/main" val="11111992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A840B0E-7A13-204F-6402-9DC7D54BBD30}"/>
              </a:ext>
            </a:extLst>
          </p:cNvPr>
          <p:cNvSpPr>
            <a:spLocks noGrp="1"/>
          </p:cNvSpPr>
          <p:nvPr>
            <p:ph type="title"/>
          </p:nvPr>
        </p:nvSpPr>
        <p:spPr>
          <a:xfrm>
            <a:off x="841248" y="548640"/>
            <a:ext cx="3600860" cy="5431536"/>
          </a:xfrm>
        </p:spPr>
        <p:txBody>
          <a:bodyPr>
            <a:normAutofit/>
          </a:bodyPr>
          <a:lstStyle/>
          <a:p>
            <a:r>
              <a:rPr lang="en-AU" sz="4600"/>
              <a:t>Thought form/process side channels	</a:t>
            </a:r>
          </a:p>
        </p:txBody>
      </p:sp>
      <p:sp>
        <p:nvSpPr>
          <p:cNvPr id="10"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3983" y="3258715"/>
            <a:ext cx="4480560" cy="18288"/>
          </a:xfrm>
          <a:custGeom>
            <a:avLst/>
            <a:gdLst>
              <a:gd name="csX0" fmla="*/ 0 w 4480560"/>
              <a:gd name="csY0" fmla="*/ 0 h 18288"/>
              <a:gd name="csX1" fmla="*/ 595274 w 4480560"/>
              <a:gd name="csY1" fmla="*/ 0 h 18288"/>
              <a:gd name="csX2" fmla="*/ 1100938 w 4480560"/>
              <a:gd name="csY2" fmla="*/ 0 h 18288"/>
              <a:gd name="csX3" fmla="*/ 1651406 w 4480560"/>
              <a:gd name="csY3" fmla="*/ 0 h 18288"/>
              <a:gd name="csX4" fmla="*/ 2336292 w 4480560"/>
              <a:gd name="csY4" fmla="*/ 0 h 18288"/>
              <a:gd name="csX5" fmla="*/ 2931566 w 4480560"/>
              <a:gd name="csY5" fmla="*/ 0 h 18288"/>
              <a:gd name="csX6" fmla="*/ 3482035 w 4480560"/>
              <a:gd name="csY6" fmla="*/ 0 h 18288"/>
              <a:gd name="csX7" fmla="*/ 4480560 w 4480560"/>
              <a:gd name="csY7" fmla="*/ 0 h 18288"/>
              <a:gd name="csX8" fmla="*/ 4480560 w 4480560"/>
              <a:gd name="csY8" fmla="*/ 18288 h 18288"/>
              <a:gd name="csX9" fmla="*/ 3840480 w 4480560"/>
              <a:gd name="csY9" fmla="*/ 18288 h 18288"/>
              <a:gd name="csX10" fmla="*/ 3290011 w 4480560"/>
              <a:gd name="csY10" fmla="*/ 18288 h 18288"/>
              <a:gd name="csX11" fmla="*/ 2560320 w 4480560"/>
              <a:gd name="csY11" fmla="*/ 18288 h 18288"/>
              <a:gd name="csX12" fmla="*/ 1965046 w 4480560"/>
              <a:gd name="csY12" fmla="*/ 18288 h 18288"/>
              <a:gd name="csX13" fmla="*/ 1459382 w 4480560"/>
              <a:gd name="csY13" fmla="*/ 18288 h 18288"/>
              <a:gd name="csX14" fmla="*/ 774497 w 4480560"/>
              <a:gd name="csY14" fmla="*/ 18288 h 18288"/>
              <a:gd name="csX15" fmla="*/ 0 w 4480560"/>
              <a:gd name="csY15" fmla="*/ 18288 h 18288"/>
              <a:gd name="csX16" fmla="*/ 0 w 448056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480560" h="18288"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w="4480560" h="18288"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CCA63C45-7E73-E08A-9292-C1455615B4A9}"/>
              </a:ext>
            </a:extLst>
          </p:cNvPr>
          <p:cNvSpPr>
            <a:spLocks noGrp="1"/>
          </p:cNvSpPr>
          <p:nvPr>
            <p:ph idx="1"/>
          </p:nvPr>
        </p:nvSpPr>
        <p:spPr>
          <a:xfrm>
            <a:off x="5126418" y="552091"/>
            <a:ext cx="6224335" cy="5431536"/>
          </a:xfrm>
        </p:spPr>
        <p:txBody>
          <a:bodyPr anchor="ctr">
            <a:normAutofit/>
          </a:bodyPr>
          <a:lstStyle/>
          <a:p>
            <a:r>
              <a:rPr lang="en-AU" sz="1000"/>
              <a:t>What is thought form?</a:t>
            </a:r>
          </a:p>
          <a:p>
            <a:pPr lvl="1"/>
            <a:r>
              <a:rPr lang="en-AU" sz="1000"/>
              <a:t>How people articulate themselves are they (bolded is the ‘most common’ baseline for those not experiencing high amount of distress)</a:t>
            </a:r>
          </a:p>
          <a:p>
            <a:pPr lvl="2"/>
            <a:r>
              <a:rPr lang="en-AU" sz="1000" b="1"/>
              <a:t>logical</a:t>
            </a:r>
            <a:r>
              <a:rPr lang="en-AU" sz="1000"/>
              <a:t>/illogical</a:t>
            </a:r>
          </a:p>
          <a:p>
            <a:pPr lvl="2"/>
            <a:r>
              <a:rPr lang="en-AU" sz="1000" b="1"/>
              <a:t>Coherent</a:t>
            </a:r>
            <a:r>
              <a:rPr lang="en-AU" sz="1000"/>
              <a:t>/incoherent</a:t>
            </a:r>
          </a:p>
          <a:p>
            <a:pPr lvl="2"/>
            <a:r>
              <a:rPr lang="en-AU" sz="1000"/>
              <a:t>Linear/fragmented</a:t>
            </a:r>
          </a:p>
          <a:p>
            <a:pPr lvl="2"/>
            <a:r>
              <a:rPr lang="en-AU" sz="1000"/>
              <a:t>Tangential (advanced) - jumping between ideas with little or no logical connection</a:t>
            </a:r>
          </a:p>
          <a:p>
            <a:pPr lvl="2"/>
            <a:r>
              <a:rPr lang="en-AU" sz="1000"/>
              <a:t>Circumstantial (advanced) - overly detailed but eventually reaches a single point</a:t>
            </a:r>
          </a:p>
          <a:p>
            <a:r>
              <a:rPr lang="en-AU" sz="1000"/>
              <a:t>What is thought content?</a:t>
            </a:r>
          </a:p>
          <a:p>
            <a:pPr lvl="1"/>
            <a:r>
              <a:rPr lang="en-AU" sz="1000"/>
              <a:t>The words and themes they express verbally (themes, ideas, concerns)</a:t>
            </a:r>
          </a:p>
          <a:p>
            <a:pPr lvl="1"/>
            <a:r>
              <a:rPr lang="en-AU" sz="1000"/>
              <a:t>Things to look out for</a:t>
            </a:r>
          </a:p>
          <a:p>
            <a:pPr lvl="2"/>
            <a:r>
              <a:rPr lang="en-AU" sz="1000"/>
              <a:t>Thoughts of self harm, suicide ideation, or harm to others – </a:t>
            </a:r>
            <a:r>
              <a:rPr lang="en-AU" sz="1000" b="1"/>
              <a:t>IMMEDIATE ESCELATION </a:t>
            </a:r>
          </a:p>
          <a:p>
            <a:pPr lvl="2"/>
            <a:r>
              <a:rPr lang="en-AU" sz="1000"/>
              <a:t>Rumination (repeated themes/difficulty moving away from topic – be mindful ADHD/Autism this can be normal – </a:t>
            </a:r>
            <a:r>
              <a:rPr lang="en-AU" sz="1000" b="1"/>
              <a:t>focus on change or intensity</a:t>
            </a:r>
            <a:r>
              <a:rPr lang="en-AU" sz="1000"/>
              <a:t>)</a:t>
            </a:r>
          </a:p>
          <a:p>
            <a:pPr lvl="2"/>
            <a:r>
              <a:rPr lang="en-AU" sz="1000"/>
              <a:t>Delusional thinking (advanced) - fixed false beliefs – this is advanced as you need to completely remove your own bias when assessing this AND consider context – eg my sports team is better than yours, or people who enjoy conspiracy theories, or perhaps you don’t know the topic but believe you do and assume they have a fixed belief</a:t>
            </a:r>
          </a:p>
          <a:p>
            <a:pPr lvl="3"/>
            <a:r>
              <a:rPr lang="en-AU" sz="1000"/>
              <a:t>Unusual belief != delusion (the danger is not unusual thinking it is misinterpreting it)</a:t>
            </a:r>
            <a:endParaRPr lang="en-AU" sz="1000" b="1"/>
          </a:p>
          <a:p>
            <a:pPr lvl="2"/>
            <a:r>
              <a:rPr lang="en-AU" sz="1000"/>
              <a:t>Future thinking (eg “I am going to a concert in a month really excited for it”)</a:t>
            </a:r>
          </a:p>
          <a:p>
            <a:pPr lvl="3"/>
            <a:r>
              <a:rPr lang="en-AU" sz="1000"/>
              <a:t>No future thinking is a strong side channel as imagining your wonderful future is a strong protective factor and may indicate reduced hope, low mood, or disengagement</a:t>
            </a:r>
          </a:p>
          <a:p>
            <a:pPr lvl="2"/>
            <a:r>
              <a:rPr lang="en-AU" sz="1000"/>
              <a:t>Compare congruency of thought form/content with affect/mood/behaviour (advanced)!</a:t>
            </a:r>
          </a:p>
        </p:txBody>
      </p:sp>
    </p:spTree>
    <p:extLst>
      <p:ext uri="{BB962C8B-B14F-4D97-AF65-F5344CB8AC3E}">
        <p14:creationId xmlns:p14="http://schemas.microsoft.com/office/powerpoint/2010/main" val="23950044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644F191-6F1C-0F44-EBE2-39AB9469F158}"/>
              </a:ext>
            </a:extLst>
          </p:cNvPr>
          <p:cNvSpPr>
            <a:spLocks noGrp="1"/>
          </p:cNvSpPr>
          <p:nvPr>
            <p:ph type="title"/>
          </p:nvPr>
        </p:nvSpPr>
        <p:spPr>
          <a:xfrm>
            <a:off x="841248" y="548640"/>
            <a:ext cx="3600860" cy="5431536"/>
          </a:xfrm>
        </p:spPr>
        <p:txBody>
          <a:bodyPr>
            <a:normAutofit/>
          </a:bodyPr>
          <a:lstStyle/>
          <a:p>
            <a:r>
              <a:rPr lang="en-AU" sz="5400"/>
              <a:t>Perception side channels (advanced)</a:t>
            </a:r>
          </a:p>
        </p:txBody>
      </p:sp>
      <p:sp>
        <p:nvSpPr>
          <p:cNvPr id="10"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3983" y="3258715"/>
            <a:ext cx="4480560" cy="18288"/>
          </a:xfrm>
          <a:custGeom>
            <a:avLst/>
            <a:gdLst>
              <a:gd name="csX0" fmla="*/ 0 w 4480560"/>
              <a:gd name="csY0" fmla="*/ 0 h 18288"/>
              <a:gd name="csX1" fmla="*/ 595274 w 4480560"/>
              <a:gd name="csY1" fmla="*/ 0 h 18288"/>
              <a:gd name="csX2" fmla="*/ 1100938 w 4480560"/>
              <a:gd name="csY2" fmla="*/ 0 h 18288"/>
              <a:gd name="csX3" fmla="*/ 1651406 w 4480560"/>
              <a:gd name="csY3" fmla="*/ 0 h 18288"/>
              <a:gd name="csX4" fmla="*/ 2336292 w 4480560"/>
              <a:gd name="csY4" fmla="*/ 0 h 18288"/>
              <a:gd name="csX5" fmla="*/ 2931566 w 4480560"/>
              <a:gd name="csY5" fmla="*/ 0 h 18288"/>
              <a:gd name="csX6" fmla="*/ 3482035 w 4480560"/>
              <a:gd name="csY6" fmla="*/ 0 h 18288"/>
              <a:gd name="csX7" fmla="*/ 4480560 w 4480560"/>
              <a:gd name="csY7" fmla="*/ 0 h 18288"/>
              <a:gd name="csX8" fmla="*/ 4480560 w 4480560"/>
              <a:gd name="csY8" fmla="*/ 18288 h 18288"/>
              <a:gd name="csX9" fmla="*/ 3840480 w 4480560"/>
              <a:gd name="csY9" fmla="*/ 18288 h 18288"/>
              <a:gd name="csX10" fmla="*/ 3290011 w 4480560"/>
              <a:gd name="csY10" fmla="*/ 18288 h 18288"/>
              <a:gd name="csX11" fmla="*/ 2560320 w 4480560"/>
              <a:gd name="csY11" fmla="*/ 18288 h 18288"/>
              <a:gd name="csX12" fmla="*/ 1965046 w 4480560"/>
              <a:gd name="csY12" fmla="*/ 18288 h 18288"/>
              <a:gd name="csX13" fmla="*/ 1459382 w 4480560"/>
              <a:gd name="csY13" fmla="*/ 18288 h 18288"/>
              <a:gd name="csX14" fmla="*/ 774497 w 4480560"/>
              <a:gd name="csY14" fmla="*/ 18288 h 18288"/>
              <a:gd name="csX15" fmla="*/ 0 w 4480560"/>
              <a:gd name="csY15" fmla="*/ 18288 h 18288"/>
              <a:gd name="csX16" fmla="*/ 0 w 448056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480560" h="18288"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w="4480560" h="18288"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56E8AE84-4E40-0842-FAD4-AAE2CA1D4626}"/>
              </a:ext>
            </a:extLst>
          </p:cNvPr>
          <p:cNvSpPr>
            <a:spLocks noGrp="1"/>
          </p:cNvSpPr>
          <p:nvPr>
            <p:ph idx="1"/>
          </p:nvPr>
        </p:nvSpPr>
        <p:spPr>
          <a:xfrm>
            <a:off x="5126418" y="552091"/>
            <a:ext cx="6224335" cy="5431536"/>
          </a:xfrm>
        </p:spPr>
        <p:txBody>
          <a:bodyPr anchor="ctr">
            <a:normAutofit/>
          </a:bodyPr>
          <a:lstStyle/>
          <a:p>
            <a:r>
              <a:rPr lang="en-AU" sz="1200"/>
              <a:t>In the context of high distress/mental health perception largely refers to hallucinations and pseudo-hallucinations</a:t>
            </a:r>
          </a:p>
          <a:p>
            <a:r>
              <a:rPr lang="en-AU" sz="1200"/>
              <a:t>We officially call this (so as to not misinterpret) in our notes if the student/patient does not directly disclose “</a:t>
            </a:r>
            <a:r>
              <a:rPr lang="en-AU" sz="1200" b="1"/>
              <a:t>responding to unseen stimuli</a:t>
            </a:r>
            <a:r>
              <a:rPr lang="en-AU" sz="1200"/>
              <a:t>” </a:t>
            </a:r>
          </a:p>
          <a:p>
            <a:r>
              <a:rPr lang="en-AU" sz="1200" b="1"/>
              <a:t>This can be completely normal to a student's baseline.</a:t>
            </a:r>
            <a:r>
              <a:rPr lang="en-AU" sz="1200"/>
              <a:t> I talk to myself all the time!</a:t>
            </a:r>
          </a:p>
          <a:p>
            <a:r>
              <a:rPr lang="en-AU" sz="1200"/>
              <a:t>Things you may notice</a:t>
            </a:r>
          </a:p>
          <a:p>
            <a:pPr lvl="1"/>
            <a:r>
              <a:rPr lang="en-AU" sz="1200"/>
              <a:t>Talking to themselves or appearing to converse with someone else</a:t>
            </a:r>
          </a:p>
          <a:p>
            <a:pPr lvl="1"/>
            <a:r>
              <a:rPr lang="en-AU" sz="1200"/>
              <a:t>Stange movements </a:t>
            </a:r>
          </a:p>
          <a:p>
            <a:pPr lvl="1"/>
            <a:r>
              <a:rPr lang="en-AU" sz="1200"/>
              <a:t>Anything else I mention is super advanced, so I won’t!</a:t>
            </a:r>
          </a:p>
          <a:p>
            <a:r>
              <a:rPr lang="en-AU" sz="1200"/>
              <a:t>Red flag</a:t>
            </a:r>
          </a:p>
          <a:p>
            <a:pPr lvl="1"/>
            <a:r>
              <a:rPr lang="en-AU" sz="1200"/>
              <a:t>If a student discloses that they are experiencing auditory hallucinations that are commanding in nature </a:t>
            </a:r>
            <a:r>
              <a:rPr lang="en-AU" sz="1200" b="1"/>
              <a:t>IMMEDIATE ESCELATION</a:t>
            </a:r>
          </a:p>
          <a:p>
            <a:pPr lvl="1"/>
            <a:r>
              <a:rPr lang="en-AU" sz="1200"/>
              <a:t>Command hallucinations may</a:t>
            </a:r>
          </a:p>
          <a:p>
            <a:pPr lvl="2"/>
            <a:r>
              <a:rPr lang="en-AU" sz="1200"/>
              <a:t>Put the student at risk of self-harm</a:t>
            </a:r>
          </a:p>
          <a:p>
            <a:pPr lvl="2"/>
            <a:r>
              <a:rPr lang="en-AU" sz="1200"/>
              <a:t>Cause significant distress or loss of control</a:t>
            </a:r>
          </a:p>
          <a:p>
            <a:pPr lvl="1"/>
            <a:r>
              <a:rPr lang="en-AU" sz="1200"/>
              <a:t>Important clarification </a:t>
            </a:r>
          </a:p>
          <a:p>
            <a:pPr lvl="2"/>
            <a:r>
              <a:rPr lang="en-AU" sz="1200"/>
              <a:t>Scenarios involving harm to others are </a:t>
            </a:r>
            <a:r>
              <a:rPr lang="en-AU" sz="1200" b="1"/>
              <a:t>EXTREMELY RARE </a:t>
            </a:r>
          </a:p>
          <a:p>
            <a:pPr lvl="2"/>
            <a:r>
              <a:rPr lang="en-AU" sz="1200"/>
              <a:t>Most risk relates to distress, loss of control, or desire to escape the experience</a:t>
            </a:r>
          </a:p>
          <a:p>
            <a:pPr lvl="1"/>
            <a:r>
              <a:rPr lang="en-AU" sz="1200"/>
              <a:t>Critical nuance</a:t>
            </a:r>
          </a:p>
          <a:p>
            <a:pPr lvl="2"/>
            <a:r>
              <a:rPr lang="en-AU" sz="1200"/>
              <a:t>Affect may appear neutral or even appropriate to situation </a:t>
            </a:r>
          </a:p>
          <a:p>
            <a:pPr lvl="2"/>
            <a:r>
              <a:rPr lang="en-AU" sz="1200"/>
              <a:t>Behaviour does not always reflect internal experience</a:t>
            </a:r>
          </a:p>
          <a:p>
            <a:pPr lvl="2"/>
            <a:r>
              <a:rPr lang="en-AU" sz="1200" b="1"/>
              <a:t>DO NOT ASSUME CAUSE, IMPACT, OR EFFECT</a:t>
            </a:r>
          </a:p>
        </p:txBody>
      </p:sp>
    </p:spTree>
    <p:extLst>
      <p:ext uri="{BB962C8B-B14F-4D97-AF65-F5344CB8AC3E}">
        <p14:creationId xmlns:p14="http://schemas.microsoft.com/office/powerpoint/2010/main" val="3518856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A8994E1-F093-5FC7-205B-2E68625112FB}"/>
              </a:ext>
            </a:extLst>
          </p:cNvPr>
          <p:cNvSpPr>
            <a:spLocks noGrp="1"/>
          </p:cNvSpPr>
          <p:nvPr>
            <p:ph type="title"/>
          </p:nvPr>
        </p:nvSpPr>
        <p:spPr>
          <a:xfrm>
            <a:off x="841248" y="548640"/>
            <a:ext cx="3600860" cy="5431536"/>
          </a:xfrm>
        </p:spPr>
        <p:txBody>
          <a:bodyPr>
            <a:normAutofit/>
          </a:bodyPr>
          <a:lstStyle/>
          <a:p>
            <a:r>
              <a:rPr lang="en-AU" sz="5400"/>
              <a:t>Cognition side channels </a:t>
            </a:r>
          </a:p>
        </p:txBody>
      </p:sp>
      <p:sp>
        <p:nvSpPr>
          <p:cNvPr id="10"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3983" y="3258715"/>
            <a:ext cx="4480560" cy="18288"/>
          </a:xfrm>
          <a:custGeom>
            <a:avLst/>
            <a:gdLst>
              <a:gd name="csX0" fmla="*/ 0 w 4480560"/>
              <a:gd name="csY0" fmla="*/ 0 h 18288"/>
              <a:gd name="csX1" fmla="*/ 595274 w 4480560"/>
              <a:gd name="csY1" fmla="*/ 0 h 18288"/>
              <a:gd name="csX2" fmla="*/ 1100938 w 4480560"/>
              <a:gd name="csY2" fmla="*/ 0 h 18288"/>
              <a:gd name="csX3" fmla="*/ 1651406 w 4480560"/>
              <a:gd name="csY3" fmla="*/ 0 h 18288"/>
              <a:gd name="csX4" fmla="*/ 2336292 w 4480560"/>
              <a:gd name="csY4" fmla="*/ 0 h 18288"/>
              <a:gd name="csX5" fmla="*/ 2931566 w 4480560"/>
              <a:gd name="csY5" fmla="*/ 0 h 18288"/>
              <a:gd name="csX6" fmla="*/ 3482035 w 4480560"/>
              <a:gd name="csY6" fmla="*/ 0 h 18288"/>
              <a:gd name="csX7" fmla="*/ 4480560 w 4480560"/>
              <a:gd name="csY7" fmla="*/ 0 h 18288"/>
              <a:gd name="csX8" fmla="*/ 4480560 w 4480560"/>
              <a:gd name="csY8" fmla="*/ 18288 h 18288"/>
              <a:gd name="csX9" fmla="*/ 3840480 w 4480560"/>
              <a:gd name="csY9" fmla="*/ 18288 h 18288"/>
              <a:gd name="csX10" fmla="*/ 3290011 w 4480560"/>
              <a:gd name="csY10" fmla="*/ 18288 h 18288"/>
              <a:gd name="csX11" fmla="*/ 2560320 w 4480560"/>
              <a:gd name="csY11" fmla="*/ 18288 h 18288"/>
              <a:gd name="csX12" fmla="*/ 1965046 w 4480560"/>
              <a:gd name="csY12" fmla="*/ 18288 h 18288"/>
              <a:gd name="csX13" fmla="*/ 1459382 w 4480560"/>
              <a:gd name="csY13" fmla="*/ 18288 h 18288"/>
              <a:gd name="csX14" fmla="*/ 774497 w 4480560"/>
              <a:gd name="csY14" fmla="*/ 18288 h 18288"/>
              <a:gd name="csX15" fmla="*/ 0 w 4480560"/>
              <a:gd name="csY15" fmla="*/ 18288 h 18288"/>
              <a:gd name="csX16" fmla="*/ 0 w 448056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480560" h="18288"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w="4480560" h="18288"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6F7667E5-FA38-1F0C-75A2-5F75595506AE}"/>
              </a:ext>
            </a:extLst>
          </p:cNvPr>
          <p:cNvSpPr>
            <a:spLocks noGrp="1"/>
          </p:cNvSpPr>
          <p:nvPr>
            <p:ph idx="1"/>
          </p:nvPr>
        </p:nvSpPr>
        <p:spPr>
          <a:xfrm>
            <a:off x="5126418" y="552091"/>
            <a:ext cx="6224335" cy="5431536"/>
          </a:xfrm>
        </p:spPr>
        <p:txBody>
          <a:bodyPr anchor="ctr">
            <a:normAutofit/>
          </a:bodyPr>
          <a:lstStyle/>
          <a:p>
            <a:r>
              <a:rPr lang="en-AU" sz="2000"/>
              <a:t>Look for</a:t>
            </a:r>
          </a:p>
          <a:p>
            <a:pPr lvl="1"/>
            <a:r>
              <a:rPr lang="en-AU" sz="2000"/>
              <a:t>Alertedness (are they alert, awake, engaged, responsive?)</a:t>
            </a:r>
          </a:p>
          <a:p>
            <a:pPr lvl="1"/>
            <a:r>
              <a:rPr lang="en-AU" sz="2000"/>
              <a:t>Orientation (ability to understand their environment)</a:t>
            </a:r>
          </a:p>
          <a:p>
            <a:pPr lvl="2"/>
            <a:r>
              <a:rPr lang="en-AU" dirty="0"/>
              <a:t>Do they know where they are?</a:t>
            </a:r>
          </a:p>
          <a:p>
            <a:pPr lvl="2"/>
            <a:r>
              <a:rPr lang="en-AU" dirty="0"/>
              <a:t>Do they know the current date and time or even season as I often don’t know the date! </a:t>
            </a:r>
          </a:p>
          <a:p>
            <a:pPr lvl="2"/>
            <a:r>
              <a:rPr lang="en-AU" dirty="0"/>
              <a:t>Do they know the people around them who should be familiar (e.g. even the builders outside of </a:t>
            </a:r>
            <a:r>
              <a:rPr lang="en-AU"/>
              <a:t>seclab</a:t>
            </a:r>
            <a:r>
              <a:rPr lang="en-AU" dirty="0"/>
              <a:t> should be identifiable as construction workers) </a:t>
            </a:r>
          </a:p>
          <a:p>
            <a:pPr lvl="1"/>
            <a:r>
              <a:rPr lang="en-AU" sz="2000"/>
              <a:t>Distractibility (note lots of conditions like ADHD/autism being distractible is baseline)</a:t>
            </a:r>
          </a:p>
          <a:p>
            <a:pPr lvl="1"/>
            <a:r>
              <a:rPr lang="en-AU" sz="2000"/>
              <a:t>Short/immediate/long term memory loss </a:t>
            </a:r>
          </a:p>
          <a:p>
            <a:pPr lvl="1"/>
            <a:r>
              <a:rPr lang="en-AU" sz="2000" b="1"/>
              <a:t>Any change in cognition from baseline is a strong side channel</a:t>
            </a:r>
          </a:p>
        </p:txBody>
      </p:sp>
    </p:spTree>
    <p:extLst>
      <p:ext uri="{BB962C8B-B14F-4D97-AF65-F5344CB8AC3E}">
        <p14:creationId xmlns:p14="http://schemas.microsoft.com/office/powerpoint/2010/main" val="13530685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F2CFDF2-00CE-165E-A8FE-21F1DC302D30}"/>
              </a:ext>
            </a:extLst>
          </p:cNvPr>
          <p:cNvSpPr>
            <a:spLocks noGrp="1"/>
          </p:cNvSpPr>
          <p:nvPr>
            <p:ph type="title"/>
          </p:nvPr>
        </p:nvSpPr>
        <p:spPr>
          <a:xfrm>
            <a:off x="841248" y="548640"/>
            <a:ext cx="3600860" cy="5431536"/>
          </a:xfrm>
        </p:spPr>
        <p:txBody>
          <a:bodyPr>
            <a:normAutofit/>
          </a:bodyPr>
          <a:lstStyle/>
          <a:p>
            <a:r>
              <a:rPr lang="en-AU" sz="5400"/>
              <a:t>Judgement and insight side channels (advanced)</a:t>
            </a:r>
          </a:p>
        </p:txBody>
      </p:sp>
      <p:sp>
        <p:nvSpPr>
          <p:cNvPr id="10"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3983" y="3258715"/>
            <a:ext cx="4480560" cy="18288"/>
          </a:xfrm>
          <a:custGeom>
            <a:avLst/>
            <a:gdLst>
              <a:gd name="csX0" fmla="*/ 0 w 4480560"/>
              <a:gd name="csY0" fmla="*/ 0 h 18288"/>
              <a:gd name="csX1" fmla="*/ 595274 w 4480560"/>
              <a:gd name="csY1" fmla="*/ 0 h 18288"/>
              <a:gd name="csX2" fmla="*/ 1100938 w 4480560"/>
              <a:gd name="csY2" fmla="*/ 0 h 18288"/>
              <a:gd name="csX3" fmla="*/ 1651406 w 4480560"/>
              <a:gd name="csY3" fmla="*/ 0 h 18288"/>
              <a:gd name="csX4" fmla="*/ 2336292 w 4480560"/>
              <a:gd name="csY4" fmla="*/ 0 h 18288"/>
              <a:gd name="csX5" fmla="*/ 2931566 w 4480560"/>
              <a:gd name="csY5" fmla="*/ 0 h 18288"/>
              <a:gd name="csX6" fmla="*/ 3482035 w 4480560"/>
              <a:gd name="csY6" fmla="*/ 0 h 18288"/>
              <a:gd name="csX7" fmla="*/ 4480560 w 4480560"/>
              <a:gd name="csY7" fmla="*/ 0 h 18288"/>
              <a:gd name="csX8" fmla="*/ 4480560 w 4480560"/>
              <a:gd name="csY8" fmla="*/ 18288 h 18288"/>
              <a:gd name="csX9" fmla="*/ 3840480 w 4480560"/>
              <a:gd name="csY9" fmla="*/ 18288 h 18288"/>
              <a:gd name="csX10" fmla="*/ 3290011 w 4480560"/>
              <a:gd name="csY10" fmla="*/ 18288 h 18288"/>
              <a:gd name="csX11" fmla="*/ 2560320 w 4480560"/>
              <a:gd name="csY11" fmla="*/ 18288 h 18288"/>
              <a:gd name="csX12" fmla="*/ 1965046 w 4480560"/>
              <a:gd name="csY12" fmla="*/ 18288 h 18288"/>
              <a:gd name="csX13" fmla="*/ 1459382 w 4480560"/>
              <a:gd name="csY13" fmla="*/ 18288 h 18288"/>
              <a:gd name="csX14" fmla="*/ 774497 w 4480560"/>
              <a:gd name="csY14" fmla="*/ 18288 h 18288"/>
              <a:gd name="csX15" fmla="*/ 0 w 4480560"/>
              <a:gd name="csY15" fmla="*/ 18288 h 18288"/>
              <a:gd name="csX16" fmla="*/ 0 w 448056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480560" h="18288"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w="4480560" h="18288"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FBBB2AB0-9E79-0607-E526-A68D7736BD85}"/>
              </a:ext>
            </a:extLst>
          </p:cNvPr>
          <p:cNvSpPr>
            <a:spLocks noGrp="1"/>
          </p:cNvSpPr>
          <p:nvPr>
            <p:ph idx="1"/>
          </p:nvPr>
        </p:nvSpPr>
        <p:spPr>
          <a:xfrm>
            <a:off x="5126418" y="552091"/>
            <a:ext cx="6224335" cy="5431536"/>
          </a:xfrm>
        </p:spPr>
        <p:txBody>
          <a:bodyPr anchor="ctr">
            <a:normAutofit/>
          </a:bodyPr>
          <a:lstStyle/>
          <a:p>
            <a:r>
              <a:rPr lang="en-AU" sz="1500"/>
              <a:t>This is just informational but good to know</a:t>
            </a:r>
          </a:p>
          <a:p>
            <a:r>
              <a:rPr lang="en-AU" sz="1500"/>
              <a:t>Judgement (decision making) and insight (self-awareness) help us understand</a:t>
            </a:r>
          </a:p>
          <a:p>
            <a:pPr lvl="1"/>
            <a:r>
              <a:rPr lang="en-AU" sz="1500"/>
              <a:t>How a student makes decisions</a:t>
            </a:r>
          </a:p>
          <a:p>
            <a:pPr lvl="1"/>
            <a:r>
              <a:rPr lang="en-AU" sz="1500"/>
              <a:t>How aware they are of their situation </a:t>
            </a:r>
          </a:p>
          <a:p>
            <a:r>
              <a:rPr lang="en-AU" sz="1500"/>
              <a:t>Simple examples of poor judgement are </a:t>
            </a:r>
          </a:p>
          <a:p>
            <a:pPr lvl="1"/>
            <a:r>
              <a:rPr lang="en-AU" sz="1500"/>
              <a:t>A student is engaging in unnecessarily risky behaviour (e.g. harming themselves, harm others, negatively impact their future or opportunities)</a:t>
            </a:r>
          </a:p>
          <a:p>
            <a:r>
              <a:rPr lang="en-AU" sz="1500"/>
              <a:t>Simple insight is </a:t>
            </a:r>
          </a:p>
          <a:p>
            <a:pPr lvl="1"/>
            <a:r>
              <a:rPr lang="en-AU" sz="1500"/>
              <a:t>How much insight does the student have into their situation?</a:t>
            </a:r>
          </a:p>
          <a:p>
            <a:pPr lvl="1"/>
            <a:r>
              <a:rPr lang="en-AU" sz="1500"/>
              <a:t>How much insight do you have into the student?</a:t>
            </a:r>
          </a:p>
          <a:p>
            <a:pPr lvl="1"/>
            <a:r>
              <a:rPr lang="en-AU" sz="1500"/>
              <a:t>How much insight do you have into what the student is experiencing?</a:t>
            </a:r>
          </a:p>
          <a:p>
            <a:pPr lvl="2"/>
            <a:r>
              <a:rPr lang="en-AU" sz="1500"/>
              <a:t>There is no shame in asking for help or even asking a student for clarity</a:t>
            </a:r>
          </a:p>
          <a:p>
            <a:r>
              <a:rPr lang="en-AU" sz="1500" b="1"/>
              <a:t>JUDGEMENT AND INSIGHT CAN CHANGE UNDER STRESS, SUPPORT THE STUDENT, DO NOT LABLE THEM</a:t>
            </a:r>
          </a:p>
        </p:txBody>
      </p:sp>
    </p:spTree>
    <p:extLst>
      <p:ext uri="{BB962C8B-B14F-4D97-AF65-F5344CB8AC3E}">
        <p14:creationId xmlns:p14="http://schemas.microsoft.com/office/powerpoint/2010/main" val="47800366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BD880E8-772A-FCA0-09F6-C14D8AB84F10}"/>
              </a:ext>
            </a:extLst>
          </p:cNvPr>
          <p:cNvSpPr>
            <a:spLocks noGrp="1"/>
          </p:cNvSpPr>
          <p:nvPr>
            <p:ph type="title"/>
          </p:nvPr>
        </p:nvSpPr>
        <p:spPr>
          <a:xfrm>
            <a:off x="841248" y="548640"/>
            <a:ext cx="3600860" cy="5431536"/>
          </a:xfrm>
        </p:spPr>
        <p:txBody>
          <a:bodyPr>
            <a:normAutofit/>
          </a:bodyPr>
          <a:lstStyle/>
          <a:p>
            <a:r>
              <a:rPr lang="en-AU" sz="5400"/>
              <a:t>Eye side channels (simple but complex) 	</a:t>
            </a:r>
          </a:p>
        </p:txBody>
      </p:sp>
      <p:sp>
        <p:nvSpPr>
          <p:cNvPr id="10"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3983" y="3258715"/>
            <a:ext cx="4480560" cy="18288"/>
          </a:xfrm>
          <a:custGeom>
            <a:avLst/>
            <a:gdLst>
              <a:gd name="csX0" fmla="*/ 0 w 4480560"/>
              <a:gd name="csY0" fmla="*/ 0 h 18288"/>
              <a:gd name="csX1" fmla="*/ 595274 w 4480560"/>
              <a:gd name="csY1" fmla="*/ 0 h 18288"/>
              <a:gd name="csX2" fmla="*/ 1100938 w 4480560"/>
              <a:gd name="csY2" fmla="*/ 0 h 18288"/>
              <a:gd name="csX3" fmla="*/ 1651406 w 4480560"/>
              <a:gd name="csY3" fmla="*/ 0 h 18288"/>
              <a:gd name="csX4" fmla="*/ 2336292 w 4480560"/>
              <a:gd name="csY4" fmla="*/ 0 h 18288"/>
              <a:gd name="csX5" fmla="*/ 2931566 w 4480560"/>
              <a:gd name="csY5" fmla="*/ 0 h 18288"/>
              <a:gd name="csX6" fmla="*/ 3482035 w 4480560"/>
              <a:gd name="csY6" fmla="*/ 0 h 18288"/>
              <a:gd name="csX7" fmla="*/ 4480560 w 4480560"/>
              <a:gd name="csY7" fmla="*/ 0 h 18288"/>
              <a:gd name="csX8" fmla="*/ 4480560 w 4480560"/>
              <a:gd name="csY8" fmla="*/ 18288 h 18288"/>
              <a:gd name="csX9" fmla="*/ 3840480 w 4480560"/>
              <a:gd name="csY9" fmla="*/ 18288 h 18288"/>
              <a:gd name="csX10" fmla="*/ 3290011 w 4480560"/>
              <a:gd name="csY10" fmla="*/ 18288 h 18288"/>
              <a:gd name="csX11" fmla="*/ 2560320 w 4480560"/>
              <a:gd name="csY11" fmla="*/ 18288 h 18288"/>
              <a:gd name="csX12" fmla="*/ 1965046 w 4480560"/>
              <a:gd name="csY12" fmla="*/ 18288 h 18288"/>
              <a:gd name="csX13" fmla="*/ 1459382 w 4480560"/>
              <a:gd name="csY13" fmla="*/ 18288 h 18288"/>
              <a:gd name="csX14" fmla="*/ 774497 w 4480560"/>
              <a:gd name="csY14" fmla="*/ 18288 h 18288"/>
              <a:gd name="csX15" fmla="*/ 0 w 4480560"/>
              <a:gd name="csY15" fmla="*/ 18288 h 18288"/>
              <a:gd name="csX16" fmla="*/ 0 w 448056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480560" h="18288"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w="4480560" h="18288"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DA569EF1-2C9B-7551-CCA2-B05D8AE32DE6}"/>
              </a:ext>
            </a:extLst>
          </p:cNvPr>
          <p:cNvSpPr>
            <a:spLocks noGrp="1"/>
          </p:cNvSpPr>
          <p:nvPr>
            <p:ph idx="1"/>
          </p:nvPr>
        </p:nvSpPr>
        <p:spPr>
          <a:xfrm>
            <a:off x="5126418" y="152400"/>
            <a:ext cx="6224335" cy="6619875"/>
          </a:xfrm>
        </p:spPr>
        <p:txBody>
          <a:bodyPr anchor="ctr">
            <a:noAutofit/>
          </a:bodyPr>
          <a:lstStyle/>
          <a:p>
            <a:r>
              <a:rPr lang="en-AU" sz="1000" dirty="0"/>
              <a:t>Eyes are simple to observe, complex to interpret so I separated this section from behaviour.</a:t>
            </a:r>
          </a:p>
          <a:p>
            <a:r>
              <a:rPr lang="en-AU" sz="1000" dirty="0"/>
              <a:t>Eye contact patterns</a:t>
            </a:r>
          </a:p>
          <a:p>
            <a:pPr lvl="1"/>
            <a:r>
              <a:rPr lang="en-AU" sz="1000" dirty="0"/>
              <a:t>Intense/fixed – possible confrontation or heightened alertness </a:t>
            </a:r>
          </a:p>
          <a:p>
            <a:pPr lvl="1"/>
            <a:r>
              <a:rPr lang="en-AU" sz="1000" dirty="0"/>
              <a:t>Avoidance – discomfort, overwhelm or stress </a:t>
            </a:r>
          </a:p>
          <a:p>
            <a:pPr lvl="1"/>
            <a:r>
              <a:rPr lang="en-AU" sz="1000" dirty="0"/>
              <a:t>Scanning/darting – hypervigilance, searching environment (student may not feel safe)</a:t>
            </a:r>
          </a:p>
          <a:p>
            <a:r>
              <a:rPr lang="en-AU" sz="1000" dirty="0"/>
              <a:t>Pupil size</a:t>
            </a:r>
          </a:p>
          <a:p>
            <a:pPr lvl="1"/>
            <a:r>
              <a:rPr lang="en-AU" sz="1000" dirty="0"/>
              <a:t>Larger – stress, escalation, increased arousal, medication/drug use</a:t>
            </a:r>
          </a:p>
          <a:p>
            <a:pPr lvl="1"/>
            <a:r>
              <a:rPr lang="en-AU" sz="1000" dirty="0"/>
              <a:t>Smaller – fatigue, calm state, medication/drug use</a:t>
            </a:r>
          </a:p>
          <a:p>
            <a:r>
              <a:rPr lang="en-AU" sz="1000" dirty="0"/>
              <a:t>Focus and tracking</a:t>
            </a:r>
          </a:p>
          <a:p>
            <a:pPr lvl="1"/>
            <a:r>
              <a:rPr lang="en-AU" sz="1000" dirty="0"/>
              <a:t>Difficulty maintaining eye contact</a:t>
            </a:r>
          </a:p>
          <a:p>
            <a:pPr lvl="1"/>
            <a:r>
              <a:rPr lang="en-AU" sz="1000" dirty="0"/>
              <a:t>Delayed or unfocussed tracking</a:t>
            </a:r>
          </a:p>
          <a:p>
            <a:pPr lvl="1"/>
            <a:r>
              <a:rPr lang="en-AU" sz="1000" dirty="0"/>
              <a:t>Looking past rather than at you </a:t>
            </a:r>
          </a:p>
          <a:p>
            <a:r>
              <a:rPr lang="en-AU" sz="1000" dirty="0"/>
              <a:t>“Glazed” or unfocussed eyes – appearing distant or disconnected </a:t>
            </a:r>
          </a:p>
          <a:p>
            <a:r>
              <a:rPr lang="en-AU" sz="1000" dirty="0"/>
              <a:t>Tearful / Watery eyes – visible or subtle glossy eyes </a:t>
            </a:r>
          </a:p>
          <a:p>
            <a:r>
              <a:rPr lang="en-AU" sz="1000" dirty="0"/>
              <a:t>Red eyes – can be increased blood pressure (which will increase natural stress response), drugs, tiredness</a:t>
            </a:r>
          </a:p>
          <a:p>
            <a:r>
              <a:rPr lang="en-AU" sz="1000" dirty="0"/>
              <a:t>Blink rate </a:t>
            </a:r>
          </a:p>
          <a:p>
            <a:pPr lvl="1"/>
            <a:r>
              <a:rPr lang="en-AU" sz="1000" dirty="0"/>
              <a:t>Rapid – stress, anxiety, overload</a:t>
            </a:r>
          </a:p>
          <a:p>
            <a:pPr lvl="1"/>
            <a:r>
              <a:rPr lang="en-AU" sz="1000" dirty="0"/>
              <a:t>Reduced – intense focus, distress, or shut down</a:t>
            </a:r>
          </a:p>
          <a:p>
            <a:r>
              <a:rPr lang="en-AU" sz="1000" b="1" dirty="0"/>
              <a:t>As always MANY OF THESE BEHAVIOURS CAN BE BASELINE – CHANGE is what matters</a:t>
            </a:r>
            <a:endParaRPr lang="en-AU" sz="1000" dirty="0"/>
          </a:p>
          <a:p>
            <a:r>
              <a:rPr lang="en-AU" sz="1000" dirty="0"/>
              <a:t>Some practical responses </a:t>
            </a:r>
          </a:p>
          <a:p>
            <a:pPr lvl="1"/>
            <a:r>
              <a:rPr lang="en-AU" sz="1000" dirty="0"/>
              <a:t>Scanning / hypervigilance -&gt; increase reassurance / offer a safe place to sit</a:t>
            </a:r>
          </a:p>
          <a:p>
            <a:pPr lvl="1"/>
            <a:r>
              <a:rPr lang="en-AU" sz="1000" dirty="0"/>
              <a:t>Glazed / unfocussed -&gt; simplify communication </a:t>
            </a:r>
          </a:p>
          <a:p>
            <a:pPr lvl="1"/>
            <a:r>
              <a:rPr lang="en-AU" sz="1000" dirty="0"/>
              <a:t>Rapid blinking / overload -&gt; slow pace, reduce pressure </a:t>
            </a:r>
          </a:p>
          <a:p>
            <a:pPr lvl="1"/>
            <a:r>
              <a:rPr lang="en-AU" sz="1000" dirty="0"/>
              <a:t>Fixed or intense gaze (Advanced due to potential baseline) -&gt; reduce confrontation, soften approach (but be mindful this intervention may escalate rather than de-</a:t>
            </a:r>
            <a:r>
              <a:rPr lang="en-AU" sz="1000" dirty="0" err="1"/>
              <a:t>escelate</a:t>
            </a:r>
            <a:r>
              <a:rPr lang="en-AU" sz="1000" dirty="0"/>
              <a:t> if its baseline)</a:t>
            </a:r>
          </a:p>
          <a:p>
            <a:pPr lvl="1"/>
            <a:r>
              <a:rPr lang="en-AU" sz="1000" dirty="0"/>
              <a:t>Avoidance of eye contact -&gt; do not force interaction</a:t>
            </a:r>
          </a:p>
          <a:p>
            <a:r>
              <a:rPr lang="en-AU" sz="1000" b="1" dirty="0"/>
              <a:t>Eyes give clues about state and capacity, not intent</a:t>
            </a:r>
          </a:p>
          <a:p>
            <a:r>
              <a:rPr lang="en-AU" sz="1000" b="1" dirty="0"/>
              <a:t>What eyes show is how hard the brain is working, not how the student feels about you</a:t>
            </a:r>
          </a:p>
        </p:txBody>
      </p:sp>
    </p:spTree>
    <p:extLst>
      <p:ext uri="{BB962C8B-B14F-4D97-AF65-F5344CB8AC3E}">
        <p14:creationId xmlns:p14="http://schemas.microsoft.com/office/powerpoint/2010/main" val="322142919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4995924-3D05-9F95-E1F4-A9DEE38724E5}"/>
              </a:ext>
            </a:extLst>
          </p:cNvPr>
          <p:cNvSpPr>
            <a:spLocks noGrp="1"/>
          </p:cNvSpPr>
          <p:nvPr>
            <p:ph type="title"/>
          </p:nvPr>
        </p:nvSpPr>
        <p:spPr>
          <a:xfrm>
            <a:off x="841248" y="548640"/>
            <a:ext cx="3600860" cy="5431536"/>
          </a:xfrm>
        </p:spPr>
        <p:txBody>
          <a:bodyPr>
            <a:normAutofit/>
          </a:bodyPr>
          <a:lstStyle/>
          <a:p>
            <a:r>
              <a:rPr lang="en-AU" sz="5400" dirty="0"/>
              <a:t>A few special mention side channels</a:t>
            </a:r>
          </a:p>
        </p:txBody>
      </p:sp>
      <p:sp>
        <p:nvSpPr>
          <p:cNvPr id="10"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3983" y="3258715"/>
            <a:ext cx="4480560" cy="18288"/>
          </a:xfrm>
          <a:custGeom>
            <a:avLst/>
            <a:gdLst>
              <a:gd name="csX0" fmla="*/ 0 w 4480560"/>
              <a:gd name="csY0" fmla="*/ 0 h 18288"/>
              <a:gd name="csX1" fmla="*/ 595274 w 4480560"/>
              <a:gd name="csY1" fmla="*/ 0 h 18288"/>
              <a:gd name="csX2" fmla="*/ 1100938 w 4480560"/>
              <a:gd name="csY2" fmla="*/ 0 h 18288"/>
              <a:gd name="csX3" fmla="*/ 1651406 w 4480560"/>
              <a:gd name="csY3" fmla="*/ 0 h 18288"/>
              <a:gd name="csX4" fmla="*/ 2336292 w 4480560"/>
              <a:gd name="csY4" fmla="*/ 0 h 18288"/>
              <a:gd name="csX5" fmla="*/ 2931566 w 4480560"/>
              <a:gd name="csY5" fmla="*/ 0 h 18288"/>
              <a:gd name="csX6" fmla="*/ 3482035 w 4480560"/>
              <a:gd name="csY6" fmla="*/ 0 h 18288"/>
              <a:gd name="csX7" fmla="*/ 4480560 w 4480560"/>
              <a:gd name="csY7" fmla="*/ 0 h 18288"/>
              <a:gd name="csX8" fmla="*/ 4480560 w 4480560"/>
              <a:gd name="csY8" fmla="*/ 18288 h 18288"/>
              <a:gd name="csX9" fmla="*/ 3840480 w 4480560"/>
              <a:gd name="csY9" fmla="*/ 18288 h 18288"/>
              <a:gd name="csX10" fmla="*/ 3290011 w 4480560"/>
              <a:gd name="csY10" fmla="*/ 18288 h 18288"/>
              <a:gd name="csX11" fmla="*/ 2560320 w 4480560"/>
              <a:gd name="csY11" fmla="*/ 18288 h 18288"/>
              <a:gd name="csX12" fmla="*/ 1965046 w 4480560"/>
              <a:gd name="csY12" fmla="*/ 18288 h 18288"/>
              <a:gd name="csX13" fmla="*/ 1459382 w 4480560"/>
              <a:gd name="csY13" fmla="*/ 18288 h 18288"/>
              <a:gd name="csX14" fmla="*/ 774497 w 4480560"/>
              <a:gd name="csY14" fmla="*/ 18288 h 18288"/>
              <a:gd name="csX15" fmla="*/ 0 w 4480560"/>
              <a:gd name="csY15" fmla="*/ 18288 h 18288"/>
              <a:gd name="csX16" fmla="*/ 0 w 448056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480560" h="18288"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w="4480560" h="18288"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FDF50FBF-87E1-E51D-6C5E-11A79AAD205C}"/>
              </a:ext>
            </a:extLst>
          </p:cNvPr>
          <p:cNvSpPr>
            <a:spLocks noGrp="1"/>
          </p:cNvSpPr>
          <p:nvPr>
            <p:ph idx="1"/>
          </p:nvPr>
        </p:nvSpPr>
        <p:spPr>
          <a:xfrm>
            <a:off x="5126418" y="552091"/>
            <a:ext cx="6224335" cy="5431536"/>
          </a:xfrm>
        </p:spPr>
        <p:txBody>
          <a:bodyPr anchor="ctr">
            <a:normAutofit/>
          </a:bodyPr>
          <a:lstStyle/>
          <a:p>
            <a:r>
              <a:rPr lang="en-AU" sz="1000" dirty="0"/>
              <a:t>These side channels are all considered emergencies and you should escalate immediately </a:t>
            </a:r>
          </a:p>
          <a:p>
            <a:pPr lvl="1"/>
            <a:r>
              <a:rPr lang="en-AU" sz="1000" dirty="0"/>
              <a:t>Psychiatric emergencies that require </a:t>
            </a:r>
            <a:r>
              <a:rPr lang="en-AU" sz="1000" b="1" dirty="0"/>
              <a:t>IMMEDIATE PSYCHIATRIC ESCELATION</a:t>
            </a:r>
          </a:p>
          <a:p>
            <a:pPr lvl="2"/>
            <a:r>
              <a:rPr lang="en-AU" sz="1000" dirty="0"/>
              <a:t>thoughts of self harm</a:t>
            </a:r>
          </a:p>
          <a:p>
            <a:pPr lvl="2"/>
            <a:r>
              <a:rPr lang="en-AU" sz="1000" dirty="0"/>
              <a:t>harm to others</a:t>
            </a:r>
          </a:p>
          <a:p>
            <a:pPr lvl="2"/>
            <a:r>
              <a:rPr lang="en-AU" sz="1000" dirty="0"/>
              <a:t>suicide ideation</a:t>
            </a:r>
          </a:p>
          <a:p>
            <a:pPr lvl="2"/>
            <a:r>
              <a:rPr lang="en-AU" sz="1000" dirty="0"/>
              <a:t>command hallucinations (disclosed)</a:t>
            </a:r>
          </a:p>
          <a:p>
            <a:pPr lvl="2"/>
            <a:r>
              <a:rPr lang="en-AU" sz="1000" dirty="0"/>
              <a:t>Serious risk of safety and wellbeing</a:t>
            </a:r>
          </a:p>
          <a:p>
            <a:pPr lvl="1"/>
            <a:r>
              <a:rPr lang="en-AU" sz="1000" dirty="0">
                <a:effectLst/>
              </a:rPr>
              <a:t>Medical / Physical Emergencies (these do not discriminate among age groups)</a:t>
            </a:r>
          </a:p>
          <a:p>
            <a:pPr lvl="2"/>
            <a:r>
              <a:rPr lang="en-GB" sz="1000" dirty="0">
                <a:effectLst/>
              </a:rPr>
              <a:t>Chest pain (student disclosed)</a:t>
            </a:r>
          </a:p>
          <a:p>
            <a:pPr lvl="3"/>
            <a:r>
              <a:rPr lang="en-GB" sz="1000" dirty="0">
                <a:effectLst/>
              </a:rPr>
              <a:t>treat as a medical emergency</a:t>
            </a:r>
          </a:p>
          <a:p>
            <a:pPr lvl="3"/>
            <a:r>
              <a:rPr lang="en-GB" sz="1000" dirty="0">
                <a:effectLst/>
              </a:rPr>
              <a:t>do not assume panic/anxiety</a:t>
            </a:r>
          </a:p>
          <a:p>
            <a:pPr lvl="3"/>
            <a:r>
              <a:rPr lang="en-AU" sz="1000" dirty="0">
                <a:effectLst/>
              </a:rPr>
              <a:t>If a student discloses heart/chest pain </a:t>
            </a:r>
            <a:r>
              <a:rPr lang="en-AU" sz="1000" b="1" dirty="0">
                <a:effectLst/>
              </a:rPr>
              <a:t>IMMEDIATE MEDICAL ESCELATION REQUIRED</a:t>
            </a:r>
          </a:p>
          <a:p>
            <a:pPr lvl="3"/>
            <a:r>
              <a:rPr lang="en-AU" sz="1000" dirty="0"/>
              <a:t>Panic attacks can mimic heart attack symptoms </a:t>
            </a:r>
          </a:p>
          <a:p>
            <a:pPr lvl="4"/>
            <a:r>
              <a:rPr lang="en-AU" sz="1000" dirty="0"/>
              <a:t>EG. “Fear of impending doom” (thinking you will die)</a:t>
            </a:r>
          </a:p>
          <a:p>
            <a:pPr lvl="4"/>
            <a:r>
              <a:rPr lang="en-AU" sz="1000" dirty="0"/>
              <a:t>You are not expected to differentiate - </a:t>
            </a:r>
            <a:r>
              <a:rPr lang="en-AU" sz="1000" b="1" dirty="0"/>
              <a:t>ESCELATE</a:t>
            </a:r>
            <a:endParaRPr lang="en-AU" sz="1000" dirty="0"/>
          </a:p>
          <a:p>
            <a:pPr lvl="3"/>
            <a:r>
              <a:rPr lang="en-AU" sz="1000" dirty="0"/>
              <a:t>You may notice a student is constantly holding his upper left chest and in pain/distress/breathing strangely or with extra effort</a:t>
            </a:r>
          </a:p>
          <a:p>
            <a:pPr lvl="2"/>
            <a:r>
              <a:rPr lang="en-AU" sz="1000" dirty="0"/>
              <a:t>Facial droop (maybe half the face can smile other cant) or can’t wave or raise arms, sudden coordination changes (like balance and walking) -&gt; potential stroke -&gt; </a:t>
            </a:r>
            <a:r>
              <a:rPr lang="en-AU" sz="1000" b="1" dirty="0"/>
              <a:t>IMMEDIATE MEDICAL ESCELATION</a:t>
            </a:r>
          </a:p>
        </p:txBody>
      </p:sp>
    </p:spTree>
    <p:extLst>
      <p:ext uri="{BB962C8B-B14F-4D97-AF65-F5344CB8AC3E}">
        <p14:creationId xmlns:p14="http://schemas.microsoft.com/office/powerpoint/2010/main" val="54195953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757F6BD-C3B4-6067-280E-693B9DE5F64F}"/>
              </a:ext>
            </a:extLst>
          </p:cNvPr>
          <p:cNvSpPr>
            <a:spLocks noGrp="1"/>
          </p:cNvSpPr>
          <p:nvPr>
            <p:ph type="title"/>
          </p:nvPr>
        </p:nvSpPr>
        <p:spPr>
          <a:xfrm>
            <a:off x="841248" y="548640"/>
            <a:ext cx="3600860" cy="5431536"/>
          </a:xfrm>
        </p:spPr>
        <p:txBody>
          <a:bodyPr>
            <a:normAutofit/>
          </a:bodyPr>
          <a:lstStyle/>
          <a:p>
            <a:r>
              <a:rPr lang="en-AU" sz="5400"/>
              <a:t>Responding to emergency side channels	</a:t>
            </a:r>
          </a:p>
        </p:txBody>
      </p:sp>
      <p:sp>
        <p:nvSpPr>
          <p:cNvPr id="10"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3983" y="3258715"/>
            <a:ext cx="4480560" cy="18288"/>
          </a:xfrm>
          <a:custGeom>
            <a:avLst/>
            <a:gdLst>
              <a:gd name="csX0" fmla="*/ 0 w 4480560"/>
              <a:gd name="csY0" fmla="*/ 0 h 18288"/>
              <a:gd name="csX1" fmla="*/ 595274 w 4480560"/>
              <a:gd name="csY1" fmla="*/ 0 h 18288"/>
              <a:gd name="csX2" fmla="*/ 1100938 w 4480560"/>
              <a:gd name="csY2" fmla="*/ 0 h 18288"/>
              <a:gd name="csX3" fmla="*/ 1651406 w 4480560"/>
              <a:gd name="csY3" fmla="*/ 0 h 18288"/>
              <a:gd name="csX4" fmla="*/ 2336292 w 4480560"/>
              <a:gd name="csY4" fmla="*/ 0 h 18288"/>
              <a:gd name="csX5" fmla="*/ 2931566 w 4480560"/>
              <a:gd name="csY5" fmla="*/ 0 h 18288"/>
              <a:gd name="csX6" fmla="*/ 3482035 w 4480560"/>
              <a:gd name="csY6" fmla="*/ 0 h 18288"/>
              <a:gd name="csX7" fmla="*/ 4480560 w 4480560"/>
              <a:gd name="csY7" fmla="*/ 0 h 18288"/>
              <a:gd name="csX8" fmla="*/ 4480560 w 4480560"/>
              <a:gd name="csY8" fmla="*/ 18288 h 18288"/>
              <a:gd name="csX9" fmla="*/ 3840480 w 4480560"/>
              <a:gd name="csY9" fmla="*/ 18288 h 18288"/>
              <a:gd name="csX10" fmla="*/ 3290011 w 4480560"/>
              <a:gd name="csY10" fmla="*/ 18288 h 18288"/>
              <a:gd name="csX11" fmla="*/ 2560320 w 4480560"/>
              <a:gd name="csY11" fmla="*/ 18288 h 18288"/>
              <a:gd name="csX12" fmla="*/ 1965046 w 4480560"/>
              <a:gd name="csY12" fmla="*/ 18288 h 18288"/>
              <a:gd name="csX13" fmla="*/ 1459382 w 4480560"/>
              <a:gd name="csY13" fmla="*/ 18288 h 18288"/>
              <a:gd name="csX14" fmla="*/ 774497 w 4480560"/>
              <a:gd name="csY14" fmla="*/ 18288 h 18288"/>
              <a:gd name="csX15" fmla="*/ 0 w 4480560"/>
              <a:gd name="csY15" fmla="*/ 18288 h 18288"/>
              <a:gd name="csX16" fmla="*/ 0 w 448056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480560" h="18288"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w="4480560" h="18288"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FC9D69F2-E176-F1C7-413F-E2A101B20923}"/>
              </a:ext>
            </a:extLst>
          </p:cNvPr>
          <p:cNvSpPr>
            <a:spLocks noGrp="1"/>
          </p:cNvSpPr>
          <p:nvPr>
            <p:ph idx="1"/>
          </p:nvPr>
        </p:nvSpPr>
        <p:spPr>
          <a:xfrm>
            <a:off x="5126418" y="552091"/>
            <a:ext cx="6224335" cy="5431536"/>
          </a:xfrm>
        </p:spPr>
        <p:txBody>
          <a:bodyPr anchor="ctr">
            <a:normAutofit/>
          </a:bodyPr>
          <a:lstStyle/>
          <a:p>
            <a:r>
              <a:rPr lang="en-AU" sz="1500" dirty="0"/>
              <a:t>Students may appear calm, minimise symptoms, or avoid seeking help</a:t>
            </a:r>
          </a:p>
          <a:p>
            <a:r>
              <a:rPr lang="en-AU" sz="1500" dirty="0"/>
              <a:t>As staff we need to</a:t>
            </a:r>
          </a:p>
          <a:p>
            <a:pPr lvl="1"/>
            <a:r>
              <a:rPr lang="en-AU" sz="1500" dirty="0"/>
              <a:t>Remain calm </a:t>
            </a:r>
          </a:p>
          <a:p>
            <a:pPr lvl="1"/>
            <a:r>
              <a:rPr lang="en-AU" sz="1500" dirty="0"/>
              <a:t>Remember our horse and cart</a:t>
            </a:r>
          </a:p>
          <a:p>
            <a:pPr lvl="1"/>
            <a:r>
              <a:rPr lang="en-AU" sz="1500" dirty="0"/>
              <a:t>Avoid panic/diagnostic talk/assumptions</a:t>
            </a:r>
          </a:p>
          <a:p>
            <a:pPr lvl="1"/>
            <a:r>
              <a:rPr lang="en-AU" sz="1500" dirty="0"/>
              <a:t>Remain with the student</a:t>
            </a:r>
          </a:p>
          <a:p>
            <a:pPr lvl="1"/>
            <a:r>
              <a:rPr lang="en-GB" sz="1500" dirty="0">
                <a:effectLst/>
              </a:rPr>
              <a:t>If situation requires immediate external response (e.g. medical emergency), follow UNSW escalation protocols</a:t>
            </a:r>
          </a:p>
          <a:p>
            <a:pPr lvl="1"/>
            <a:r>
              <a:rPr lang="en-AU" sz="1500" b="1" dirty="0"/>
              <a:t>A special reminder: </a:t>
            </a:r>
            <a:r>
              <a:rPr lang="en-AU" sz="1500" dirty="0"/>
              <a:t>Be aware that international students are not covered by Medicare, their student fees are high, and a student visa only allows 25 hours of work a week during semester</a:t>
            </a:r>
          </a:p>
          <a:p>
            <a:pPr lvl="2"/>
            <a:r>
              <a:rPr lang="en-AU" sz="1500" dirty="0"/>
              <a:t>This may lead to under-reporting symptoms</a:t>
            </a:r>
          </a:p>
          <a:p>
            <a:pPr lvl="2"/>
            <a:r>
              <a:rPr lang="en-AU" sz="1500" dirty="0"/>
              <a:t>Reluctance to escalate </a:t>
            </a:r>
          </a:p>
          <a:p>
            <a:pPr lvl="2"/>
            <a:r>
              <a:rPr lang="en-AU" sz="1500" dirty="0"/>
              <a:t>Minimisation of serious issues</a:t>
            </a:r>
          </a:p>
          <a:p>
            <a:pPr lvl="1"/>
            <a:r>
              <a:rPr lang="en-AU" sz="1500" dirty="0"/>
              <a:t>If the risk is high and uncertain. </a:t>
            </a:r>
            <a:r>
              <a:rPr lang="en-AU" sz="1500" b="1" dirty="0"/>
              <a:t>ACT FIRST CONFIRM LATER</a:t>
            </a:r>
          </a:p>
          <a:p>
            <a:pPr lvl="1"/>
            <a:r>
              <a:rPr lang="en-AU" sz="1500" b="1" dirty="0"/>
              <a:t>YOU ARE NOT EXPECTED TO BE RIGHT, YOU ARE EXPECTED TO KEEP PEOPLE SAFE</a:t>
            </a:r>
            <a:endParaRPr lang="en-AU" sz="1500" dirty="0"/>
          </a:p>
          <a:p>
            <a:pPr lvl="2"/>
            <a:r>
              <a:rPr lang="en-AU" sz="1500" dirty="0"/>
              <a:t>Acting on a false positive is much safer than not acting on a false negative</a:t>
            </a:r>
          </a:p>
        </p:txBody>
      </p:sp>
    </p:spTree>
    <p:extLst>
      <p:ext uri="{BB962C8B-B14F-4D97-AF65-F5344CB8AC3E}">
        <p14:creationId xmlns:p14="http://schemas.microsoft.com/office/powerpoint/2010/main" val="124813607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C4879EFC-8E62-4E00-973C-C45EE9EC67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969AB35-6D11-2336-C06E-6FD0883F5060}"/>
              </a:ext>
            </a:extLst>
          </p:cNvPr>
          <p:cNvSpPr>
            <a:spLocks noGrp="1"/>
          </p:cNvSpPr>
          <p:nvPr>
            <p:ph type="title"/>
          </p:nvPr>
        </p:nvSpPr>
        <p:spPr>
          <a:xfrm>
            <a:off x="638881" y="457200"/>
            <a:ext cx="10909640" cy="1368614"/>
          </a:xfrm>
        </p:spPr>
        <p:txBody>
          <a:bodyPr vert="horz" lIns="91440" tIns="45720" rIns="91440" bIns="45720" rtlCol="0" anchor="ctr">
            <a:normAutofit/>
          </a:bodyPr>
          <a:lstStyle/>
          <a:p>
            <a:pPr algn="ctr"/>
            <a:r>
              <a:rPr lang="en-US" sz="4600"/>
              <a:t>Some escalation services Cyndi provided, with a special mention of </a:t>
            </a:r>
            <a:r>
              <a:rPr lang="en-US" sz="4600" b="1"/>
              <a:t>this way up</a:t>
            </a:r>
          </a:p>
        </p:txBody>
      </p:sp>
      <p:sp>
        <p:nvSpPr>
          <p:cNvPr id="14" name="sketch line">
            <a:extLst>
              <a:ext uri="{FF2B5EF4-FFF2-40B4-BE49-F238E27FC236}">
                <a16:creationId xmlns:a16="http://schemas.microsoft.com/office/drawing/2014/main" id="{D6A9C53F-5F90-40A5-8C85-5412D39C8C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50080" y="1850683"/>
            <a:ext cx="3291840" cy="18288"/>
          </a:xfrm>
          <a:custGeom>
            <a:avLst/>
            <a:gdLst>
              <a:gd name="csX0" fmla="*/ 0 w 3291840"/>
              <a:gd name="csY0" fmla="*/ 0 h 18288"/>
              <a:gd name="csX1" fmla="*/ 658368 w 3291840"/>
              <a:gd name="csY1" fmla="*/ 0 h 18288"/>
              <a:gd name="csX2" fmla="*/ 1283818 w 3291840"/>
              <a:gd name="csY2" fmla="*/ 0 h 18288"/>
              <a:gd name="csX3" fmla="*/ 1909267 w 3291840"/>
              <a:gd name="csY3" fmla="*/ 0 h 18288"/>
              <a:gd name="csX4" fmla="*/ 2633472 w 3291840"/>
              <a:gd name="csY4" fmla="*/ 0 h 18288"/>
              <a:gd name="csX5" fmla="*/ 3291840 w 3291840"/>
              <a:gd name="csY5" fmla="*/ 0 h 18288"/>
              <a:gd name="csX6" fmla="*/ 3291840 w 3291840"/>
              <a:gd name="csY6" fmla="*/ 18288 h 18288"/>
              <a:gd name="csX7" fmla="*/ 2633472 w 3291840"/>
              <a:gd name="csY7" fmla="*/ 18288 h 18288"/>
              <a:gd name="csX8" fmla="*/ 2073859 w 3291840"/>
              <a:gd name="csY8" fmla="*/ 18288 h 18288"/>
              <a:gd name="csX9" fmla="*/ 1448410 w 3291840"/>
              <a:gd name="csY9" fmla="*/ 18288 h 18288"/>
              <a:gd name="csX10" fmla="*/ 822960 w 3291840"/>
              <a:gd name="csY10" fmla="*/ 18288 h 18288"/>
              <a:gd name="csX11" fmla="*/ 0 w 3291840"/>
              <a:gd name="csY11" fmla="*/ 18288 h 18288"/>
              <a:gd name="csX12" fmla="*/ 0 w 3291840"/>
              <a:gd name="csY12"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291840" h="18288" fill="none" extrusionOk="0">
                <a:moveTo>
                  <a:pt x="0" y="0"/>
                </a:moveTo>
                <a:cubicBezTo>
                  <a:pt x="173077" y="-20031"/>
                  <a:pt x="443104" y="6424"/>
                  <a:pt x="658368" y="0"/>
                </a:cubicBezTo>
                <a:cubicBezTo>
                  <a:pt x="873632" y="-6424"/>
                  <a:pt x="1034028" y="11764"/>
                  <a:pt x="1283818" y="0"/>
                </a:cubicBezTo>
                <a:cubicBezTo>
                  <a:pt x="1533608" y="-11764"/>
                  <a:pt x="1691227" y="-30112"/>
                  <a:pt x="1909267" y="0"/>
                </a:cubicBezTo>
                <a:cubicBezTo>
                  <a:pt x="2127307" y="30112"/>
                  <a:pt x="2272465" y="-18735"/>
                  <a:pt x="2633472" y="0"/>
                </a:cubicBezTo>
                <a:cubicBezTo>
                  <a:pt x="2994479" y="18735"/>
                  <a:pt x="3023324" y="-32030"/>
                  <a:pt x="3291840" y="0"/>
                </a:cubicBezTo>
                <a:cubicBezTo>
                  <a:pt x="3291406" y="7551"/>
                  <a:pt x="3291373" y="9822"/>
                  <a:pt x="3291840" y="18288"/>
                </a:cubicBezTo>
                <a:cubicBezTo>
                  <a:pt x="3048445" y="38989"/>
                  <a:pt x="2846548" y="-14400"/>
                  <a:pt x="2633472" y="18288"/>
                </a:cubicBezTo>
                <a:cubicBezTo>
                  <a:pt x="2420396" y="50976"/>
                  <a:pt x="2304099" y="6336"/>
                  <a:pt x="2073859" y="18288"/>
                </a:cubicBezTo>
                <a:cubicBezTo>
                  <a:pt x="1843619" y="30240"/>
                  <a:pt x="1706926" y="10778"/>
                  <a:pt x="1448410" y="18288"/>
                </a:cubicBezTo>
                <a:cubicBezTo>
                  <a:pt x="1189894" y="25798"/>
                  <a:pt x="1002278" y="8992"/>
                  <a:pt x="822960" y="18288"/>
                </a:cubicBezTo>
                <a:cubicBezTo>
                  <a:pt x="643642" y="27585"/>
                  <a:pt x="307039" y="38051"/>
                  <a:pt x="0" y="18288"/>
                </a:cubicBezTo>
                <a:cubicBezTo>
                  <a:pt x="60" y="11696"/>
                  <a:pt x="66" y="3758"/>
                  <a:pt x="0" y="0"/>
                </a:cubicBezTo>
                <a:close/>
              </a:path>
              <a:path w="3291840" h="18288" stroke="0" extrusionOk="0">
                <a:moveTo>
                  <a:pt x="0" y="0"/>
                </a:moveTo>
                <a:cubicBezTo>
                  <a:pt x="195850" y="28018"/>
                  <a:pt x="434891" y="17390"/>
                  <a:pt x="592531" y="0"/>
                </a:cubicBezTo>
                <a:cubicBezTo>
                  <a:pt x="750171" y="-17390"/>
                  <a:pt x="1018709" y="32200"/>
                  <a:pt x="1316736" y="0"/>
                </a:cubicBezTo>
                <a:cubicBezTo>
                  <a:pt x="1614763" y="-32200"/>
                  <a:pt x="1696480" y="-11367"/>
                  <a:pt x="1876349" y="0"/>
                </a:cubicBezTo>
                <a:cubicBezTo>
                  <a:pt x="2056218" y="11367"/>
                  <a:pt x="2193364" y="13433"/>
                  <a:pt x="2435962" y="0"/>
                </a:cubicBezTo>
                <a:cubicBezTo>
                  <a:pt x="2678560" y="-13433"/>
                  <a:pt x="3010901" y="-42367"/>
                  <a:pt x="3291840" y="0"/>
                </a:cubicBezTo>
                <a:cubicBezTo>
                  <a:pt x="3291758" y="4406"/>
                  <a:pt x="3291751" y="9982"/>
                  <a:pt x="3291840" y="18288"/>
                </a:cubicBezTo>
                <a:cubicBezTo>
                  <a:pt x="3108993" y="14228"/>
                  <a:pt x="2952658" y="46900"/>
                  <a:pt x="2666390" y="18288"/>
                </a:cubicBezTo>
                <a:cubicBezTo>
                  <a:pt x="2380122" y="-10324"/>
                  <a:pt x="2263855" y="41055"/>
                  <a:pt x="2040941" y="18288"/>
                </a:cubicBezTo>
                <a:cubicBezTo>
                  <a:pt x="1818027" y="-4479"/>
                  <a:pt x="1675097" y="6509"/>
                  <a:pt x="1415491" y="18288"/>
                </a:cubicBezTo>
                <a:cubicBezTo>
                  <a:pt x="1155885" y="30068"/>
                  <a:pt x="852976" y="36210"/>
                  <a:pt x="691286" y="18288"/>
                </a:cubicBezTo>
                <a:cubicBezTo>
                  <a:pt x="529596" y="366"/>
                  <a:pt x="187183" y="13912"/>
                  <a:pt x="0" y="18288"/>
                </a:cubicBezTo>
                <a:cubicBezTo>
                  <a:pt x="189" y="14288"/>
                  <a:pt x="-703" y="374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5A78127F-D95F-AFEC-090A-1898ABA6DF88}"/>
              </a:ext>
            </a:extLst>
          </p:cNvPr>
          <p:cNvPicPr>
            <a:picLocks noChangeAspect="1"/>
          </p:cNvPicPr>
          <p:nvPr/>
        </p:nvPicPr>
        <p:blipFill>
          <a:blip r:embed="rId2"/>
          <a:stretch>
            <a:fillRect/>
          </a:stretch>
        </p:blipFill>
        <p:spPr>
          <a:xfrm>
            <a:off x="1671412" y="2171818"/>
            <a:ext cx="3291839" cy="4076582"/>
          </a:xfrm>
          <a:prstGeom prst="rect">
            <a:avLst/>
          </a:prstGeom>
        </p:spPr>
      </p:pic>
      <p:pic>
        <p:nvPicPr>
          <p:cNvPr id="7" name="Picture 6">
            <a:extLst>
              <a:ext uri="{FF2B5EF4-FFF2-40B4-BE49-F238E27FC236}">
                <a16:creationId xmlns:a16="http://schemas.microsoft.com/office/drawing/2014/main" id="{7F46418E-D352-F547-6F1A-28FBA11FD209}"/>
              </a:ext>
            </a:extLst>
          </p:cNvPr>
          <p:cNvPicPr>
            <a:picLocks noChangeAspect="1"/>
          </p:cNvPicPr>
          <p:nvPr/>
        </p:nvPicPr>
        <p:blipFill>
          <a:blip r:embed="rId3"/>
          <a:stretch>
            <a:fillRect/>
          </a:stretch>
        </p:blipFill>
        <p:spPr>
          <a:xfrm>
            <a:off x="6515100" y="1962569"/>
            <a:ext cx="4395724" cy="4285831"/>
          </a:xfrm>
          <a:prstGeom prst="rect">
            <a:avLst/>
          </a:prstGeom>
        </p:spPr>
      </p:pic>
    </p:spTree>
    <p:extLst>
      <p:ext uri="{BB962C8B-B14F-4D97-AF65-F5344CB8AC3E}">
        <p14:creationId xmlns:p14="http://schemas.microsoft.com/office/powerpoint/2010/main" val="251770568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285</TotalTime>
  <Words>3813</Words>
  <Application>Microsoft Office PowerPoint</Application>
  <PresentationFormat>Widescreen</PresentationFormat>
  <Paragraphs>364</Paragraphs>
  <Slides>28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28</vt:i4>
      </vt:variant>
    </vt:vector>
  </HeadingPairs>
  <TitlesOfParts>
    <vt:vector size="32" baseType="lpstr">
      <vt:lpstr>Aptos</vt:lpstr>
      <vt:lpstr>Aptos Display</vt:lpstr>
      <vt:lpstr>Arial</vt:lpstr>
      <vt:lpstr>Office Theme</vt:lpstr>
      <vt:lpstr>GOLDEN RULES!</vt:lpstr>
      <vt:lpstr>To start us off I want to quote the ex-Mental Health Commissioner of NSW when he gave me some training. </vt:lpstr>
      <vt:lpstr>GOLDEN RULES!</vt:lpstr>
      <vt:lpstr>THE HORSE AND CART MODEL!</vt:lpstr>
      <vt:lpstr>HORSE AND CART CONT.</vt:lpstr>
      <vt:lpstr>Some interventions Cyndi provided</vt:lpstr>
      <vt:lpstr>Identifying windows of interventions (From Cyndi)</vt:lpstr>
      <vt:lpstr>The horse and cart cycle (applied to Cyndi’s resource) </vt:lpstr>
      <vt:lpstr>GOLDEN RULE NUMBER 2 – THE SOURCE OF MOST ESCELATION/STRESS (UNMET NEEDS) </vt:lpstr>
      <vt:lpstr>UNMET NEEDS CONT.</vt:lpstr>
      <vt:lpstr>UNMET NEEDS CONT.</vt:lpstr>
      <vt:lpstr>Our role in psychosocial development</vt:lpstr>
      <vt:lpstr>GOLDEN RULE NUMBER 3 – THREAT MODEL!</vt:lpstr>
      <vt:lpstr>GOLDEN RULE 4 – SIDE CHANNELS (CHANGE FROM BASELINE BEHAVIOUR)</vt:lpstr>
      <vt:lpstr>Appearance side channels!</vt:lpstr>
      <vt:lpstr>Behavioural side channels </vt:lpstr>
      <vt:lpstr>Speech side channels </vt:lpstr>
      <vt:lpstr>A quick note on neurodivergence baseline</vt:lpstr>
      <vt:lpstr>Neurodivergence and masking </vt:lpstr>
      <vt:lpstr>Mood and affect side channels </vt:lpstr>
      <vt:lpstr>Thought form/process side channels </vt:lpstr>
      <vt:lpstr>Perception side channels (advanced)</vt:lpstr>
      <vt:lpstr>Cognition side channels </vt:lpstr>
      <vt:lpstr>Judgement and insight side channels (advanced)</vt:lpstr>
      <vt:lpstr>Eye side channels (simple but complex)  </vt:lpstr>
      <vt:lpstr>A few special mention side channels</vt:lpstr>
      <vt:lpstr>Responding to emergency side channels </vt:lpstr>
      <vt:lpstr>Some escalation services Cyndi provided, with a special mention of this way up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Reuben Burman</dc:creator>
  <cp:lastModifiedBy>Reuben Burman</cp:lastModifiedBy>
  <cp:revision>3</cp:revision>
  <dcterms:created xsi:type="dcterms:W3CDTF">2026-05-13T03:30:43Z</dcterms:created>
  <dcterms:modified xsi:type="dcterms:W3CDTF">2026-05-15T06:41:33Z</dcterms:modified>
</cp:coreProperties>
</file>